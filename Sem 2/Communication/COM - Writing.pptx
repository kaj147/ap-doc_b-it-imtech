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5.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6.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7.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7" r:id="rId1"/>
    <p:sldMasterId id="2147483708" r:id="rId2"/>
    <p:sldMasterId id="2147483720" r:id="rId3"/>
    <p:sldMasterId id="2147483732" r:id="rId4"/>
    <p:sldMasterId id="2147483744" r:id="rId5"/>
    <p:sldMasterId id="2147483756" r:id="rId6"/>
    <p:sldMasterId id="2147483768" r:id="rId7"/>
    <p:sldMasterId id="2147483780" r:id="rId8"/>
  </p:sldMasterIdLst>
  <p:notesMasterIdLst>
    <p:notesMasterId r:id="rId49"/>
  </p:notesMasterIdLst>
  <p:sldIdLst>
    <p:sldId id="475" r:id="rId9"/>
    <p:sldId id="257" r:id="rId10"/>
    <p:sldId id="513" r:id="rId11"/>
    <p:sldId id="267" r:id="rId12"/>
    <p:sldId id="268" r:id="rId13"/>
    <p:sldId id="282" r:id="rId14"/>
    <p:sldId id="286" r:id="rId15"/>
    <p:sldId id="284" r:id="rId16"/>
    <p:sldId id="283" r:id="rId17"/>
    <p:sldId id="277" r:id="rId18"/>
    <p:sldId id="278" r:id="rId19"/>
    <p:sldId id="478" r:id="rId20"/>
    <p:sldId id="274" r:id="rId21"/>
    <p:sldId id="296" r:id="rId22"/>
    <p:sldId id="288" r:id="rId23"/>
    <p:sldId id="275" r:id="rId24"/>
    <p:sldId id="351" r:id="rId25"/>
    <p:sldId id="483" r:id="rId26"/>
    <p:sldId id="485" r:id="rId27"/>
    <p:sldId id="484" r:id="rId28"/>
    <p:sldId id="486" r:id="rId29"/>
    <p:sldId id="488" r:id="rId30"/>
    <p:sldId id="489" r:id="rId31"/>
    <p:sldId id="490" r:id="rId32"/>
    <p:sldId id="491" r:id="rId33"/>
    <p:sldId id="492" r:id="rId34"/>
    <p:sldId id="493" r:id="rId35"/>
    <p:sldId id="494" r:id="rId36"/>
    <p:sldId id="487" r:id="rId37"/>
    <p:sldId id="514" r:id="rId38"/>
    <p:sldId id="515" r:id="rId39"/>
    <p:sldId id="516" r:id="rId40"/>
    <p:sldId id="517" r:id="rId41"/>
    <p:sldId id="497" r:id="rId42"/>
    <p:sldId id="291" r:id="rId43"/>
    <p:sldId id="349" r:id="rId44"/>
    <p:sldId id="480" r:id="rId45"/>
    <p:sldId id="496" r:id="rId46"/>
    <p:sldId id="482" r:id="rId47"/>
    <p:sldId id="476" r:id="rId48"/>
  </p:sldIdLst>
  <p:sldSz cx="12192000" cy="6858000"/>
  <p:notesSz cx="6858000" cy="9144000"/>
  <p:defaultTextStyle>
    <a:defPPr>
      <a:defRPr lang="en-GB"/>
    </a:defPPr>
    <a:lvl1pPr algn="l" defTabSz="449263"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ITLEEN" initials="U" lastIdx="2" clrIdx="0">
    <p:extLst>
      <p:ext uri="{19B8F6BF-5375-455C-9EA6-DF929625EA0E}">
        <p15:presenceInfo xmlns:p15="http://schemas.microsoft.com/office/powerpoint/2012/main" userId="UITLEE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35E0D6-C717-5486-82B0-C819FA6A1620}" v="176" dt="2026-04-30T12:09:33.563"/>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88" autoAdjust="0"/>
    <p:restoredTop sz="94737"/>
  </p:normalViewPr>
  <p:slideViewPr>
    <p:cSldViewPr>
      <p:cViewPr varScale="1">
        <p:scale>
          <a:sx n="106" d="100"/>
          <a:sy n="106" d="100"/>
        </p:scale>
        <p:origin x="582" y="120"/>
      </p:cViewPr>
      <p:guideLst>
        <p:guide orient="horz" pos="2160"/>
        <p:guide pos="384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microsoft.com/office/2015/10/relationships/revisionInfo" Target="revisionInfo.xml"/><Relationship Id="rId8" Type="http://schemas.openxmlformats.org/officeDocument/2006/relationships/slideMaster" Target="slideMasters/slideMaster8.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nemans Charlotte" userId="S::p154347@ap.be::dbc0cbc5-11ea-44c4-b1a6-e5f994eb00ad" providerId="AD" clId="Web-{B635E0D6-C717-5486-82B0-C819FA6A1620}"/>
    <pc:docChg chg="addSld delSld modSld">
      <pc:chgData name="Binnemans Charlotte" userId="S::p154347@ap.be::dbc0cbc5-11ea-44c4-b1a6-e5f994eb00ad" providerId="AD" clId="Web-{B635E0D6-C717-5486-82B0-C819FA6A1620}" dt="2026-04-30T12:09:33.563" v="166" actId="20577"/>
      <pc:docMkLst>
        <pc:docMk/>
      </pc:docMkLst>
      <pc:sldChg chg="del">
        <pc:chgData name="Binnemans Charlotte" userId="S::p154347@ap.be::dbc0cbc5-11ea-44c4-b1a6-e5f994eb00ad" providerId="AD" clId="Web-{B635E0D6-C717-5486-82B0-C819FA6A1620}" dt="2026-04-30T11:44:06.800" v="6"/>
        <pc:sldMkLst>
          <pc:docMk/>
          <pc:sldMk cId="1602981443" sldId="295"/>
        </pc:sldMkLst>
      </pc:sldChg>
      <pc:sldChg chg="modSp">
        <pc:chgData name="Binnemans Charlotte" userId="S::p154347@ap.be::dbc0cbc5-11ea-44c4-b1a6-e5f994eb00ad" providerId="AD" clId="Web-{B635E0D6-C717-5486-82B0-C819FA6A1620}" dt="2026-04-30T11:42:30.392" v="0" actId="20577"/>
        <pc:sldMkLst>
          <pc:docMk/>
          <pc:sldMk cId="1461489708" sldId="475"/>
        </pc:sldMkLst>
        <pc:spChg chg="mod">
          <ac:chgData name="Binnemans Charlotte" userId="S::p154347@ap.be::dbc0cbc5-11ea-44c4-b1a6-e5f994eb00ad" providerId="AD" clId="Web-{B635E0D6-C717-5486-82B0-C819FA6A1620}" dt="2026-04-30T11:42:30.392" v="0" actId="20577"/>
          <ac:spMkLst>
            <pc:docMk/>
            <pc:sldMk cId="1461489708" sldId="475"/>
            <ac:spMk id="9" creationId="{AE5FC4D4-4B78-ED4C-B8EC-0B4864A0D370}"/>
          </ac:spMkLst>
        </pc:spChg>
      </pc:sldChg>
      <pc:sldChg chg="del">
        <pc:chgData name="Binnemans Charlotte" userId="S::p154347@ap.be::dbc0cbc5-11ea-44c4-b1a6-e5f994eb00ad" providerId="AD" clId="Web-{B635E0D6-C717-5486-82B0-C819FA6A1620}" dt="2026-04-30T11:43:13.065" v="2"/>
        <pc:sldMkLst>
          <pc:docMk/>
          <pc:sldMk cId="779748479" sldId="495"/>
        </pc:sldMkLst>
      </pc:sldChg>
      <pc:sldChg chg="modSp">
        <pc:chgData name="Binnemans Charlotte" userId="S::p154347@ap.be::dbc0cbc5-11ea-44c4-b1a6-e5f994eb00ad" providerId="AD" clId="Web-{B635E0D6-C717-5486-82B0-C819FA6A1620}" dt="2026-04-30T11:44:29.785" v="15" actId="20577"/>
        <pc:sldMkLst>
          <pc:docMk/>
          <pc:sldMk cId="2275092515" sldId="496"/>
        </pc:sldMkLst>
        <pc:spChg chg="mod">
          <ac:chgData name="Binnemans Charlotte" userId="S::p154347@ap.be::dbc0cbc5-11ea-44c4-b1a6-e5f994eb00ad" providerId="AD" clId="Web-{B635E0D6-C717-5486-82B0-C819FA6A1620}" dt="2026-04-30T11:44:29.785" v="15" actId="20577"/>
          <ac:spMkLst>
            <pc:docMk/>
            <pc:sldMk cId="2275092515" sldId="496"/>
            <ac:spMk id="4" creationId="{096BCA28-4925-BC6C-DF41-66E18FB4F7D7}"/>
          </ac:spMkLst>
        </pc:spChg>
      </pc:sldChg>
      <pc:sldChg chg="modSp add">
        <pc:chgData name="Binnemans Charlotte" userId="S::p154347@ap.be::dbc0cbc5-11ea-44c4-b1a6-e5f994eb00ad" providerId="AD" clId="Web-{B635E0D6-C717-5486-82B0-C819FA6A1620}" dt="2026-04-30T11:43:34.237" v="5" actId="14100"/>
        <pc:sldMkLst>
          <pc:docMk/>
          <pc:sldMk cId="4271717054" sldId="513"/>
        </pc:sldMkLst>
        <pc:spChg chg="mod">
          <ac:chgData name="Binnemans Charlotte" userId="S::p154347@ap.be::dbc0cbc5-11ea-44c4-b1a6-e5f994eb00ad" providerId="AD" clId="Web-{B635E0D6-C717-5486-82B0-C819FA6A1620}" dt="2026-04-30T11:43:34.237" v="5" actId="14100"/>
          <ac:spMkLst>
            <pc:docMk/>
            <pc:sldMk cId="4271717054" sldId="513"/>
            <ac:spMk id="7" creationId="{344F5802-EF4E-6FF9-9BBD-C6EB8F490A7E}"/>
          </ac:spMkLst>
        </pc:spChg>
      </pc:sldChg>
      <pc:sldChg chg="delSp modSp new">
        <pc:chgData name="Binnemans Charlotte" userId="S::p154347@ap.be::dbc0cbc5-11ea-44c4-b1a6-e5f994eb00ad" providerId="AD" clId="Web-{B635E0D6-C717-5486-82B0-C819FA6A1620}" dt="2026-04-30T11:53:51.904" v="42" actId="20577"/>
        <pc:sldMkLst>
          <pc:docMk/>
          <pc:sldMk cId="908800025" sldId="514"/>
        </pc:sldMkLst>
        <pc:spChg chg="mod">
          <ac:chgData name="Binnemans Charlotte" userId="S::p154347@ap.be::dbc0cbc5-11ea-44c4-b1a6-e5f994eb00ad" providerId="AD" clId="Web-{B635E0D6-C717-5486-82B0-C819FA6A1620}" dt="2026-04-30T11:48:06.086" v="21" actId="20577"/>
          <ac:spMkLst>
            <pc:docMk/>
            <pc:sldMk cId="908800025" sldId="514"/>
            <ac:spMk id="2" creationId="{DFCEB16E-FAAF-B5C4-4059-60C5F210A3CB}"/>
          </ac:spMkLst>
        </pc:spChg>
        <pc:spChg chg="mod">
          <ac:chgData name="Binnemans Charlotte" userId="S::p154347@ap.be::dbc0cbc5-11ea-44c4-b1a6-e5f994eb00ad" providerId="AD" clId="Web-{B635E0D6-C717-5486-82B0-C819FA6A1620}" dt="2026-04-30T11:53:51.904" v="42" actId="20577"/>
          <ac:spMkLst>
            <pc:docMk/>
            <pc:sldMk cId="908800025" sldId="514"/>
            <ac:spMk id="3" creationId="{024A0502-67B4-D4F1-04FB-37385F95E0D2}"/>
          </ac:spMkLst>
        </pc:spChg>
        <pc:spChg chg="del">
          <ac:chgData name="Binnemans Charlotte" userId="S::p154347@ap.be::dbc0cbc5-11ea-44c4-b1a6-e5f994eb00ad" providerId="AD" clId="Web-{B635E0D6-C717-5486-82B0-C819FA6A1620}" dt="2026-04-30T11:47:59.523" v="17"/>
          <ac:spMkLst>
            <pc:docMk/>
            <pc:sldMk cId="908800025" sldId="514"/>
            <ac:spMk id="4" creationId="{0E661D21-2BF4-6736-F40C-5A2FD0D51A78}"/>
          </ac:spMkLst>
        </pc:spChg>
      </pc:sldChg>
      <pc:sldChg chg="modSp add replId">
        <pc:chgData name="Binnemans Charlotte" userId="S::p154347@ap.be::dbc0cbc5-11ea-44c4-b1a6-e5f994eb00ad" providerId="AD" clId="Web-{B635E0D6-C717-5486-82B0-C819FA6A1620}" dt="2026-04-30T11:59:52.683" v="51" actId="20577"/>
        <pc:sldMkLst>
          <pc:docMk/>
          <pc:sldMk cId="993247539" sldId="515"/>
        </pc:sldMkLst>
        <pc:spChg chg="mod">
          <ac:chgData name="Binnemans Charlotte" userId="S::p154347@ap.be::dbc0cbc5-11ea-44c4-b1a6-e5f994eb00ad" providerId="AD" clId="Web-{B635E0D6-C717-5486-82B0-C819FA6A1620}" dt="2026-04-30T11:59:52.683" v="51" actId="20577"/>
          <ac:spMkLst>
            <pc:docMk/>
            <pc:sldMk cId="993247539" sldId="515"/>
            <ac:spMk id="3" creationId="{C2E27E9C-802C-C45F-1608-68764E8CFE39}"/>
          </ac:spMkLst>
        </pc:spChg>
      </pc:sldChg>
      <pc:sldChg chg="modSp add replId">
        <pc:chgData name="Binnemans Charlotte" userId="S::p154347@ap.be::dbc0cbc5-11ea-44c4-b1a6-e5f994eb00ad" providerId="AD" clId="Web-{B635E0D6-C717-5486-82B0-C819FA6A1620}" dt="2026-04-30T12:09:01.701" v="155" actId="20577"/>
        <pc:sldMkLst>
          <pc:docMk/>
          <pc:sldMk cId="1905908110" sldId="516"/>
        </pc:sldMkLst>
        <pc:spChg chg="mod">
          <ac:chgData name="Binnemans Charlotte" userId="S::p154347@ap.be::dbc0cbc5-11ea-44c4-b1a6-e5f994eb00ad" providerId="AD" clId="Web-{B635E0D6-C717-5486-82B0-C819FA6A1620}" dt="2026-04-30T12:09:01.701" v="155" actId="20577"/>
          <ac:spMkLst>
            <pc:docMk/>
            <pc:sldMk cId="1905908110" sldId="516"/>
            <ac:spMk id="3" creationId="{98F05501-410E-59DD-9C7E-0F7BDBB163A8}"/>
          </ac:spMkLst>
        </pc:spChg>
      </pc:sldChg>
      <pc:sldChg chg="modSp add replId">
        <pc:chgData name="Binnemans Charlotte" userId="S::p154347@ap.be::dbc0cbc5-11ea-44c4-b1a6-e5f994eb00ad" providerId="AD" clId="Web-{B635E0D6-C717-5486-82B0-C819FA6A1620}" dt="2026-04-30T12:09:33.563" v="166" actId="20577"/>
        <pc:sldMkLst>
          <pc:docMk/>
          <pc:sldMk cId="1043240992" sldId="517"/>
        </pc:sldMkLst>
        <pc:spChg chg="mod">
          <ac:chgData name="Binnemans Charlotte" userId="S::p154347@ap.be::dbc0cbc5-11ea-44c4-b1a6-e5f994eb00ad" providerId="AD" clId="Web-{B635E0D6-C717-5486-82B0-C819FA6A1620}" dt="2026-04-30T12:09:33.563" v="166" actId="20577"/>
          <ac:spMkLst>
            <pc:docMk/>
            <pc:sldMk cId="1043240992" sldId="517"/>
            <ac:spMk id="3" creationId="{7BD0124C-EF68-60DB-0C49-55880697F1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AutoShape 1"/>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p>
        </p:txBody>
      </p:sp>
      <p:sp>
        <p:nvSpPr>
          <p:cNvPr id="5122" name="AutoShape 2"/>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p>
        </p:txBody>
      </p:sp>
      <p:sp>
        <p:nvSpPr>
          <p:cNvPr id="5123" name="Rectangle 3"/>
          <p:cNvSpPr>
            <a:spLocks noGrp="1" noRot="1" noChangeAspect="1" noChangeArrowheads="1"/>
          </p:cNvSpPr>
          <p:nvPr>
            <p:ph type="sldImg"/>
          </p:nvPr>
        </p:nvSpPr>
        <p:spPr bwMode="auto">
          <a:xfrm>
            <a:off x="219075" y="812800"/>
            <a:ext cx="7115175" cy="400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5124" name="Rectangle 4"/>
          <p:cNvSpPr>
            <a:spLocks noGrp="1" noChangeArrowheads="1"/>
          </p:cNvSpPr>
          <p:nvPr>
            <p:ph type="body"/>
          </p:nvPr>
        </p:nvSpPr>
        <p:spPr bwMode="auto">
          <a:xfrm>
            <a:off x="755650" y="5078413"/>
            <a:ext cx="6043613" cy="480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nl-BE" altLang="nl-BE"/>
          </a:p>
        </p:txBody>
      </p:sp>
      <p:sp>
        <p:nvSpPr>
          <p:cNvPr id="5125" name="Rectangle 5"/>
          <p:cNvSpPr>
            <a:spLocks noGrp="1" noChangeArrowheads="1"/>
          </p:cNvSpPr>
          <p:nvPr>
            <p:ph type="hdr"/>
          </p:nvPr>
        </p:nvSpPr>
        <p:spPr bwMode="auto">
          <a:xfrm>
            <a:off x="0" y="0"/>
            <a:ext cx="32766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5000"/>
              </a:lnSpc>
              <a:buClrTx/>
              <a:buFontTx/>
              <a:buNone/>
              <a:tabLst>
                <a:tab pos="723900" algn="l"/>
                <a:tab pos="1447800" algn="l"/>
                <a:tab pos="2171700" algn="l"/>
                <a:tab pos="2895600" algn="l"/>
              </a:tabLst>
              <a:defRPr sz="1400">
                <a:solidFill>
                  <a:srgbClr val="000000"/>
                </a:solidFill>
                <a:latin typeface="Times New Roman" panose="02020603050405020304" pitchFamily="18" charset="0"/>
                <a:cs typeface="Lucida Sans Unicode" panose="020B0602030504020204" pitchFamily="34" charset="0"/>
              </a:defRPr>
            </a:lvl1pPr>
          </a:lstStyle>
          <a:p>
            <a:endParaRPr lang="nl-BE" altLang="nl-BE"/>
          </a:p>
        </p:txBody>
      </p:sp>
      <p:sp>
        <p:nvSpPr>
          <p:cNvPr id="5126" name="Rectangle 6"/>
          <p:cNvSpPr>
            <a:spLocks noGrp="1" noChangeArrowheads="1"/>
          </p:cNvSpPr>
          <p:nvPr>
            <p:ph type="dt"/>
          </p:nvPr>
        </p:nvSpPr>
        <p:spPr bwMode="auto">
          <a:xfrm>
            <a:off x="4278313" y="0"/>
            <a:ext cx="32766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5000"/>
              </a:lnSpc>
              <a:buClrTx/>
              <a:buFontTx/>
              <a:buNone/>
              <a:tabLst>
                <a:tab pos="723900" algn="l"/>
                <a:tab pos="1447800" algn="l"/>
                <a:tab pos="2171700" algn="l"/>
                <a:tab pos="2895600" algn="l"/>
              </a:tabLst>
              <a:defRPr sz="1400">
                <a:solidFill>
                  <a:srgbClr val="000000"/>
                </a:solidFill>
                <a:latin typeface="Times New Roman" panose="02020603050405020304" pitchFamily="18" charset="0"/>
                <a:cs typeface="Lucida Sans Unicode" panose="020B0602030504020204" pitchFamily="34" charset="0"/>
              </a:defRPr>
            </a:lvl1pPr>
          </a:lstStyle>
          <a:p>
            <a:endParaRPr lang="nl-BE" altLang="nl-BE"/>
          </a:p>
        </p:txBody>
      </p:sp>
      <p:sp>
        <p:nvSpPr>
          <p:cNvPr id="5127" name="Rectangle 7"/>
          <p:cNvSpPr>
            <a:spLocks noGrp="1" noChangeArrowheads="1"/>
          </p:cNvSpPr>
          <p:nvPr>
            <p:ph type="ftr"/>
          </p:nvPr>
        </p:nvSpPr>
        <p:spPr bwMode="auto">
          <a:xfrm>
            <a:off x="0" y="10156825"/>
            <a:ext cx="32766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nSpc>
                <a:spcPct val="95000"/>
              </a:lnSpc>
              <a:buClrTx/>
              <a:buFontTx/>
              <a:buNone/>
              <a:tabLst>
                <a:tab pos="723900" algn="l"/>
                <a:tab pos="1447800" algn="l"/>
                <a:tab pos="2171700" algn="l"/>
                <a:tab pos="2895600" algn="l"/>
              </a:tabLst>
              <a:defRPr sz="1400">
                <a:solidFill>
                  <a:srgbClr val="000000"/>
                </a:solidFill>
                <a:latin typeface="Times New Roman" panose="02020603050405020304" pitchFamily="18" charset="0"/>
                <a:cs typeface="Lucida Sans Unicode" panose="020B0602030504020204" pitchFamily="34" charset="0"/>
              </a:defRPr>
            </a:lvl1pPr>
          </a:lstStyle>
          <a:p>
            <a:endParaRPr lang="nl-BE" altLang="nl-BE"/>
          </a:p>
        </p:txBody>
      </p:sp>
      <p:sp>
        <p:nvSpPr>
          <p:cNvPr id="5128" name="Rectangle 8"/>
          <p:cNvSpPr>
            <a:spLocks noGrp="1" noChangeArrowheads="1"/>
          </p:cNvSpPr>
          <p:nvPr>
            <p:ph type="sldNum"/>
          </p:nvPr>
        </p:nvSpPr>
        <p:spPr bwMode="auto">
          <a:xfrm>
            <a:off x="4278313" y="10156825"/>
            <a:ext cx="32766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lnSpc>
                <a:spcPct val="95000"/>
              </a:lnSpc>
              <a:buClrTx/>
              <a:buFontTx/>
              <a:buNone/>
              <a:tabLst>
                <a:tab pos="723900" algn="l"/>
                <a:tab pos="1447800" algn="l"/>
                <a:tab pos="2171700" algn="l"/>
                <a:tab pos="2895600" algn="l"/>
              </a:tabLst>
              <a:defRPr sz="1400">
                <a:solidFill>
                  <a:srgbClr val="000000"/>
                </a:solidFill>
                <a:latin typeface="Times New Roman" panose="02020603050405020304" pitchFamily="18" charset="0"/>
                <a:cs typeface="Lucida Sans Unicode" panose="020B0602030504020204" pitchFamily="34" charset="0"/>
              </a:defRPr>
            </a:lvl1pPr>
          </a:lstStyle>
          <a:p>
            <a:fld id="{5B2DD6A8-5258-4D6F-9E31-52A8C1EF398B}" type="slidenum">
              <a:rPr lang="nl-BE" altLang="nl-BE"/>
              <a:pPr/>
              <a:t>‹#›</a:t>
            </a:fld>
            <a:endParaRPr lang="nl-BE" altLang="nl-BE"/>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forbes.com/sites/work-in-progress/2013/12/05/six-surprising-negotiation-tactics-that-get-you-the-best-dea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forbes.com/sites/work-in-progress/2013/12/05/six-surprising-negotiation-tactics-that-get-you-the-best-dea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2</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r>
              <a:rPr lang="nl-BE" altLang="nl-BE" dirty="0">
                <a:latin typeface="+mn-lt" charset="0"/>
                <a:cs typeface="+mn-ea" charset="0"/>
              </a:rPr>
              <a:t>https://www.youtube.com/watch?v=90Xx7PAiqY8</a:t>
            </a: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2</a:t>
            </a:fld>
            <a:endParaRPr lang="nl-BE" altLang="nl-BE" sz="1400">
              <a:solidFill>
                <a:srgbClr val="3F3F3F"/>
              </a:solidFill>
              <a:cs typeface="+mn-ea"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4</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r>
              <a:rPr lang="nl-BE" altLang="nl-BE" dirty="0">
                <a:latin typeface="+mn-lt" charset="0"/>
                <a:cs typeface="+mn-ea" charset="0"/>
              </a:rPr>
              <a:t>https://www.youtube.com/watch?v=90Xx7PAiqY8</a:t>
            </a: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4</a:t>
            </a:fld>
            <a:endParaRPr lang="nl-BE" altLang="nl-BE" sz="1400">
              <a:solidFill>
                <a:srgbClr val="3F3F3F"/>
              </a:solidFill>
              <a:cs typeface="+mn-ea" charset="0"/>
            </a:endParaRPr>
          </a:p>
        </p:txBody>
      </p:sp>
    </p:spTree>
    <p:extLst>
      <p:ext uri="{BB962C8B-B14F-4D97-AF65-F5344CB8AC3E}">
        <p14:creationId xmlns:p14="http://schemas.microsoft.com/office/powerpoint/2010/main" val="2801189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5</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r>
              <a:rPr lang="nl-BE" altLang="nl-BE" dirty="0">
                <a:latin typeface="+mn-lt" charset="0"/>
                <a:cs typeface="+mn-ea" charset="0"/>
              </a:rPr>
              <a:t>https://www.youtube.com/watch?v=90Xx7PAiqY8</a:t>
            </a: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5</a:t>
            </a:fld>
            <a:endParaRPr lang="nl-BE" altLang="nl-BE" sz="1400">
              <a:solidFill>
                <a:srgbClr val="3F3F3F"/>
              </a:solidFill>
              <a:cs typeface="+mn-ea" charset="0"/>
            </a:endParaRPr>
          </a:p>
        </p:txBody>
      </p:sp>
    </p:spTree>
    <p:extLst>
      <p:ext uri="{BB962C8B-B14F-4D97-AF65-F5344CB8AC3E}">
        <p14:creationId xmlns:p14="http://schemas.microsoft.com/office/powerpoint/2010/main" val="3358243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6</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6</a:t>
            </a:fld>
            <a:endParaRPr lang="nl-BE" altLang="nl-BE" sz="1400">
              <a:solidFill>
                <a:srgbClr val="3F3F3F"/>
              </a:solidFill>
              <a:cs typeface="+mn-ea" charset="0"/>
            </a:endParaRPr>
          </a:p>
        </p:txBody>
      </p:sp>
    </p:spTree>
    <p:extLst>
      <p:ext uri="{BB962C8B-B14F-4D97-AF65-F5344CB8AC3E}">
        <p14:creationId xmlns:p14="http://schemas.microsoft.com/office/powerpoint/2010/main" val="2225759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7</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7</a:t>
            </a:fld>
            <a:endParaRPr lang="nl-BE" altLang="nl-BE" sz="1400">
              <a:solidFill>
                <a:srgbClr val="3F3F3F"/>
              </a:solidFill>
              <a:cs typeface="+mn-ea" charset="0"/>
            </a:endParaRPr>
          </a:p>
        </p:txBody>
      </p:sp>
    </p:spTree>
    <p:extLst>
      <p:ext uri="{BB962C8B-B14F-4D97-AF65-F5344CB8AC3E}">
        <p14:creationId xmlns:p14="http://schemas.microsoft.com/office/powerpoint/2010/main" val="313482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8</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8</a:t>
            </a:fld>
            <a:endParaRPr lang="nl-BE" altLang="nl-BE" sz="1400">
              <a:solidFill>
                <a:srgbClr val="3F3F3F"/>
              </a:solidFill>
              <a:cs typeface="+mn-ea" charset="0"/>
            </a:endParaRPr>
          </a:p>
        </p:txBody>
      </p:sp>
    </p:spTree>
    <p:extLst>
      <p:ext uri="{BB962C8B-B14F-4D97-AF65-F5344CB8AC3E}">
        <p14:creationId xmlns:p14="http://schemas.microsoft.com/office/powerpoint/2010/main" val="370853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9</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r>
              <a:rPr lang="nl-BE" altLang="nl-BE" dirty="0">
                <a:latin typeface="+mn-lt" charset="0"/>
                <a:cs typeface="+mn-ea" charset="0"/>
              </a:rPr>
              <a:t>https://www.youtube.com/watch?v=90Xx7PAiqY8</a:t>
            </a: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9</a:t>
            </a:fld>
            <a:endParaRPr lang="nl-BE" altLang="nl-BE" sz="1400">
              <a:solidFill>
                <a:srgbClr val="3F3F3F"/>
              </a:solidFill>
              <a:cs typeface="+mn-ea" charset="0"/>
            </a:endParaRPr>
          </a:p>
        </p:txBody>
      </p:sp>
    </p:spTree>
    <p:extLst>
      <p:ext uri="{BB962C8B-B14F-4D97-AF65-F5344CB8AC3E}">
        <p14:creationId xmlns:p14="http://schemas.microsoft.com/office/powerpoint/2010/main" val="611629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10</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r>
              <a:rPr lang="nl-BE" altLang="nl-BE" dirty="0">
                <a:latin typeface="+mn-lt" charset="0"/>
                <a:cs typeface="+mn-ea" charset="0"/>
              </a:rPr>
              <a:t>https://www.youtube.com/watch?v=90Xx7PAiqY8</a:t>
            </a: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10</a:t>
            </a:fld>
            <a:endParaRPr lang="nl-BE" altLang="nl-BE" sz="1400">
              <a:solidFill>
                <a:srgbClr val="3F3F3F"/>
              </a:solidFill>
              <a:cs typeface="+mn-ea" charset="0"/>
            </a:endParaRPr>
          </a:p>
        </p:txBody>
      </p:sp>
    </p:spTree>
    <p:extLst>
      <p:ext uri="{BB962C8B-B14F-4D97-AF65-F5344CB8AC3E}">
        <p14:creationId xmlns:p14="http://schemas.microsoft.com/office/powerpoint/2010/main" val="4286969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11</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r>
              <a:rPr lang="nl-BE" altLang="nl-BE" dirty="0">
                <a:latin typeface="+mn-lt" charset="0"/>
                <a:cs typeface="+mn-ea" charset="0"/>
              </a:rPr>
              <a:t>https://www.youtube.com/watch?v=90Xx7PAiqY8</a:t>
            </a: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11</a:t>
            </a:fld>
            <a:endParaRPr lang="nl-BE" altLang="nl-BE" sz="1400">
              <a:solidFill>
                <a:srgbClr val="3F3F3F"/>
              </a:solidFill>
              <a:cs typeface="+mn-ea" charset="0"/>
            </a:endParaRPr>
          </a:p>
        </p:txBody>
      </p:sp>
    </p:spTree>
    <p:extLst>
      <p:ext uri="{BB962C8B-B14F-4D97-AF65-F5344CB8AC3E}">
        <p14:creationId xmlns:p14="http://schemas.microsoft.com/office/powerpoint/2010/main" val="2776379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08D7948B-3FB7-42A9-9933-BBD53BF8E644}" type="slidenum">
              <a:rPr lang="nl-BE" altLang="nl-BE"/>
              <a:pPr/>
              <a:t>13</a:t>
            </a:fld>
            <a:endParaRPr lang="nl-BE" altLang="nl-BE"/>
          </a:p>
        </p:txBody>
      </p:sp>
      <p:sp>
        <p:nvSpPr>
          <p:cNvPr id="25601"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2"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eaLnBrk="1" hangingPunct="1">
              <a:spcBef>
                <a:spcPct val="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u="sng" dirty="0">
                <a:solidFill>
                  <a:srgbClr val="CCCCFF"/>
                </a:solidFill>
                <a:latin typeface="+mn-lt" charset="0"/>
                <a:cs typeface="+mn-ea" charset="0"/>
                <a:hlinkClick r:id="rId3"/>
              </a:rPr>
              <a:t>http://www.forbes.com/sites/work-in-progress/2013/12/05/six-surprising-negotiation-tactics-that-get-you-the-best-deal/</a:t>
            </a:r>
          </a:p>
          <a:p>
            <a:pPr eaLnBrk="1" hangingPunct="1">
              <a:spcBef>
                <a:spcPct val="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nl-BE" altLang="nl-BE" u="sng" dirty="0">
              <a:solidFill>
                <a:srgbClr val="CCCCFF"/>
              </a:solidFill>
              <a:latin typeface="+mn-lt" charset="0"/>
              <a:cs typeface="+mn-ea" charset="0"/>
            </a:endParaRPr>
          </a:p>
        </p:txBody>
      </p:sp>
      <p:sp>
        <p:nvSpPr>
          <p:cNvPr id="25603"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A434F61D-4979-4CC8-8ABE-711E11446D05}" type="slidenum">
              <a:rPr lang="nl-BE" altLang="nl-BE" sz="1400">
                <a:solidFill>
                  <a:srgbClr val="3F3F3F"/>
                </a:solidFill>
                <a:cs typeface="+mn-ea" charset="0"/>
              </a:rPr>
              <a:pPr>
                <a:lnSpc>
                  <a:spcPct val="100000"/>
                </a:lnSpc>
                <a:buClrTx/>
                <a:buFontTx/>
                <a:buNone/>
              </a:pPr>
              <a:t>13</a:t>
            </a:fld>
            <a:endParaRPr lang="nl-BE" altLang="nl-BE" sz="1400">
              <a:solidFill>
                <a:srgbClr val="3F3F3F"/>
              </a:solidFill>
              <a:cs typeface="+mn-ea" charset="0"/>
            </a:endParaRPr>
          </a:p>
        </p:txBody>
      </p:sp>
    </p:spTree>
    <p:extLst>
      <p:ext uri="{BB962C8B-B14F-4D97-AF65-F5344CB8AC3E}">
        <p14:creationId xmlns:p14="http://schemas.microsoft.com/office/powerpoint/2010/main" val="3689632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08D7948B-3FB7-42A9-9933-BBD53BF8E644}" type="slidenum">
              <a:rPr lang="nl-BE" altLang="nl-BE"/>
              <a:pPr/>
              <a:t>14</a:t>
            </a:fld>
            <a:endParaRPr lang="nl-BE" altLang="nl-BE"/>
          </a:p>
        </p:txBody>
      </p:sp>
      <p:sp>
        <p:nvSpPr>
          <p:cNvPr id="25601"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2"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eaLnBrk="1" hangingPunct="1">
              <a:spcBef>
                <a:spcPct val="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nl-BE" altLang="nl-BE" u="sng" dirty="0">
              <a:solidFill>
                <a:srgbClr val="CCCCFF"/>
              </a:solidFill>
              <a:latin typeface="+mn-lt" charset="0"/>
              <a:cs typeface="+mn-ea" charset="0"/>
              <a:hlinkClick r:id="rId3"/>
            </a:endParaRPr>
          </a:p>
          <a:p>
            <a:pPr eaLnBrk="1" hangingPunct="1">
              <a:spcBef>
                <a:spcPct val="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nl-BE" altLang="nl-BE" u="sng" dirty="0">
              <a:solidFill>
                <a:srgbClr val="CCCCFF"/>
              </a:solidFill>
              <a:latin typeface="+mn-lt" charset="0"/>
              <a:cs typeface="+mn-ea" charset="0"/>
            </a:endParaRPr>
          </a:p>
        </p:txBody>
      </p:sp>
      <p:sp>
        <p:nvSpPr>
          <p:cNvPr id="25603"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A434F61D-4979-4CC8-8ABE-711E11446D05}" type="slidenum">
              <a:rPr lang="nl-BE" altLang="nl-BE" sz="1400">
                <a:solidFill>
                  <a:srgbClr val="3F3F3F"/>
                </a:solidFill>
                <a:cs typeface="+mn-ea" charset="0"/>
              </a:rPr>
              <a:pPr>
                <a:lnSpc>
                  <a:spcPct val="100000"/>
                </a:lnSpc>
                <a:buClrTx/>
                <a:buFontTx/>
                <a:buNone/>
              </a:pPr>
              <a:t>14</a:t>
            </a:fld>
            <a:endParaRPr lang="nl-BE" altLang="nl-BE" sz="1400">
              <a:solidFill>
                <a:srgbClr val="3F3F3F"/>
              </a:solidFill>
              <a:cs typeface="+mn-ea" charset="0"/>
            </a:endParaRPr>
          </a:p>
        </p:txBody>
      </p:sp>
    </p:spTree>
    <p:extLst>
      <p:ext uri="{BB962C8B-B14F-4D97-AF65-F5344CB8AC3E}">
        <p14:creationId xmlns:p14="http://schemas.microsoft.com/office/powerpoint/2010/main" val="3160717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15</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15</a:t>
            </a:fld>
            <a:endParaRPr lang="nl-BE" altLang="nl-BE" sz="1400">
              <a:solidFill>
                <a:srgbClr val="3F3F3F"/>
              </a:solidFill>
              <a:cs typeface="+mn-ea" charset="0"/>
            </a:endParaRPr>
          </a:p>
        </p:txBody>
      </p:sp>
    </p:spTree>
    <p:extLst>
      <p:ext uri="{BB962C8B-B14F-4D97-AF65-F5344CB8AC3E}">
        <p14:creationId xmlns:p14="http://schemas.microsoft.com/office/powerpoint/2010/main" val="2784531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16</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16</a:t>
            </a:fld>
            <a:endParaRPr lang="nl-BE" altLang="nl-BE" sz="1400">
              <a:solidFill>
                <a:srgbClr val="3F3F3F"/>
              </a:solidFill>
              <a:cs typeface="+mn-ea" charset="0"/>
            </a:endParaRPr>
          </a:p>
        </p:txBody>
      </p:sp>
    </p:spTree>
    <p:extLst>
      <p:ext uri="{BB962C8B-B14F-4D97-AF65-F5344CB8AC3E}">
        <p14:creationId xmlns:p14="http://schemas.microsoft.com/office/powerpoint/2010/main" val="3451816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17</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17</a:t>
            </a:fld>
            <a:endParaRPr lang="nl-BE" altLang="nl-BE" sz="1400">
              <a:solidFill>
                <a:srgbClr val="3F3F3F"/>
              </a:solidFill>
              <a:cs typeface="+mn-ea" charset="0"/>
            </a:endParaRPr>
          </a:p>
        </p:txBody>
      </p:sp>
    </p:spTree>
    <p:extLst>
      <p:ext uri="{BB962C8B-B14F-4D97-AF65-F5344CB8AC3E}">
        <p14:creationId xmlns:p14="http://schemas.microsoft.com/office/powerpoint/2010/main" val="324385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http://dictionary.cambridge.org/dictionary/english/email</a:t>
            </a:r>
          </a:p>
        </p:txBody>
      </p:sp>
      <p:sp>
        <p:nvSpPr>
          <p:cNvPr id="4" name="Slide Number Placeholder 3"/>
          <p:cNvSpPr>
            <a:spLocks noGrp="1"/>
          </p:cNvSpPr>
          <p:nvPr>
            <p:ph type="sldNum" sz="quarter" idx="10"/>
          </p:nvPr>
        </p:nvSpPr>
        <p:spPr/>
        <p:txBody>
          <a:bodyPr/>
          <a:lstStyle/>
          <a:p>
            <a:fld id="{97EABE0A-E662-4039-8FC8-385C3436E32E}" type="slidenum">
              <a:rPr lang="en-US" smtClean="0"/>
              <a:t>18</a:t>
            </a:fld>
            <a:endParaRPr lang="en-US" dirty="0"/>
          </a:p>
        </p:txBody>
      </p:sp>
    </p:spTree>
    <p:extLst>
      <p:ext uri="{BB962C8B-B14F-4D97-AF65-F5344CB8AC3E}">
        <p14:creationId xmlns:p14="http://schemas.microsoft.com/office/powerpoint/2010/main" val="4097376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http://dictionary.cambridge.org/dictionary/english/email</a:t>
            </a:r>
          </a:p>
        </p:txBody>
      </p:sp>
      <p:sp>
        <p:nvSpPr>
          <p:cNvPr id="4" name="Slide Number Placeholder 3"/>
          <p:cNvSpPr>
            <a:spLocks noGrp="1"/>
          </p:cNvSpPr>
          <p:nvPr>
            <p:ph type="sldNum" sz="quarter" idx="10"/>
          </p:nvPr>
        </p:nvSpPr>
        <p:spPr/>
        <p:txBody>
          <a:bodyPr/>
          <a:lstStyle/>
          <a:p>
            <a:fld id="{97EABE0A-E662-4039-8FC8-385C3436E32E}" type="slidenum">
              <a:rPr lang="en-US" smtClean="0"/>
              <a:t>19</a:t>
            </a:fld>
            <a:endParaRPr lang="en-US" dirty="0"/>
          </a:p>
        </p:txBody>
      </p:sp>
    </p:spTree>
    <p:extLst>
      <p:ext uri="{BB962C8B-B14F-4D97-AF65-F5344CB8AC3E}">
        <p14:creationId xmlns:p14="http://schemas.microsoft.com/office/powerpoint/2010/main" val="2365700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p:nvPr>
        </p:nvSpPr>
        <p:spPr/>
        <p:txBody>
          <a:bodyPr/>
          <a:lstStyle/>
          <a:p>
            <a:fld id="{5B2DD6A8-5258-4D6F-9E31-52A8C1EF398B}" type="slidenum">
              <a:rPr lang="nl-BE" altLang="nl-BE" smtClean="0"/>
              <a:pPr/>
              <a:t>30</a:t>
            </a:fld>
            <a:endParaRPr lang="nl-BE" altLang="nl-BE"/>
          </a:p>
        </p:txBody>
      </p:sp>
    </p:spTree>
    <p:extLst>
      <p:ext uri="{BB962C8B-B14F-4D97-AF65-F5344CB8AC3E}">
        <p14:creationId xmlns:p14="http://schemas.microsoft.com/office/powerpoint/2010/main" val="2951914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32</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32</a:t>
            </a:fld>
            <a:endParaRPr lang="nl-BE" altLang="nl-BE" sz="1400">
              <a:solidFill>
                <a:srgbClr val="3F3F3F"/>
              </a:solidFill>
              <a:cs typeface="+mn-ea" charset="0"/>
            </a:endParaRPr>
          </a:p>
        </p:txBody>
      </p:sp>
    </p:spTree>
    <p:extLst>
      <p:ext uri="{BB962C8B-B14F-4D97-AF65-F5344CB8AC3E}">
        <p14:creationId xmlns:p14="http://schemas.microsoft.com/office/powerpoint/2010/main" val="2868068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33</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33</a:t>
            </a:fld>
            <a:endParaRPr lang="nl-BE" altLang="nl-BE" sz="1400">
              <a:solidFill>
                <a:srgbClr val="3F3F3F"/>
              </a:solidFill>
              <a:cs typeface="+mn-ea" charset="0"/>
            </a:endParaRPr>
          </a:p>
        </p:txBody>
      </p:sp>
    </p:spTree>
    <p:extLst>
      <p:ext uri="{BB962C8B-B14F-4D97-AF65-F5344CB8AC3E}">
        <p14:creationId xmlns:p14="http://schemas.microsoft.com/office/powerpoint/2010/main" val="19801380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8"/>
          <p:cNvSpPr>
            <a:spLocks noGrp="1" noChangeArrowheads="1"/>
          </p:cNvSpPr>
          <p:nvPr>
            <p:ph type="sldNum"/>
          </p:nvPr>
        </p:nvSpPr>
        <p:spPr>
          <a:ln/>
        </p:spPr>
        <p:txBody>
          <a:bodyPr/>
          <a:lstStyle/>
          <a:p>
            <a:fld id="{CA60CBD5-00AF-4C04-B994-9A82D0C886F1}" type="slidenum">
              <a:rPr lang="nl-BE" altLang="nl-BE"/>
              <a:pPr/>
              <a:t>34</a:t>
            </a:fld>
            <a:endParaRPr lang="nl-BE" altLang="nl-BE"/>
          </a:p>
        </p:txBody>
      </p:sp>
      <p:sp>
        <p:nvSpPr>
          <p:cNvPr id="1843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Text Box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a:p>
            <a:pPr marL="215900" indent="-211138" eaLnBrk="1">
              <a:spcBef>
                <a:spcPct val="0"/>
              </a:spcBef>
              <a:buClrTx/>
              <a:buFontTx/>
              <a:buNone/>
              <a:tabLst>
                <a:tab pos="215900" algn="l"/>
                <a:tab pos="663575" algn="l"/>
                <a:tab pos="1112838" algn="l"/>
                <a:tab pos="1562100" algn="l"/>
                <a:tab pos="2011363" algn="l"/>
                <a:tab pos="2460625" algn="l"/>
                <a:tab pos="2909888" algn="l"/>
                <a:tab pos="3359150" algn="l"/>
                <a:tab pos="3808413" algn="l"/>
                <a:tab pos="4257675" algn="l"/>
                <a:tab pos="4706938" algn="l"/>
                <a:tab pos="5156200" algn="l"/>
                <a:tab pos="5605463" algn="l"/>
                <a:tab pos="6054725" algn="l"/>
                <a:tab pos="6503988" algn="l"/>
                <a:tab pos="6953250" algn="l"/>
                <a:tab pos="7402513" algn="l"/>
                <a:tab pos="7851775" algn="l"/>
                <a:tab pos="8301038" algn="l"/>
                <a:tab pos="8750300" algn="l"/>
                <a:tab pos="9199563" algn="l"/>
              </a:tabLst>
            </a:pPr>
            <a:endParaRPr lang="nl-BE" altLang="nl-BE" dirty="0">
              <a:latin typeface="+mn-lt" charset="0"/>
              <a:cs typeface="+mn-ea" charset="0"/>
            </a:endParaRPr>
          </a:p>
        </p:txBody>
      </p:sp>
      <p:sp>
        <p:nvSpPr>
          <p:cNvPr id="18435" name="Text Box 3"/>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a:lnSpc>
                <a:spcPct val="100000"/>
              </a:lnSpc>
              <a:buClrTx/>
              <a:buFontTx/>
              <a:buNone/>
            </a:pPr>
            <a:fld id="{B2880676-9981-4AD9-8F90-1698B9A9ED5B}" type="slidenum">
              <a:rPr lang="nl-BE" altLang="nl-BE" sz="1400">
                <a:solidFill>
                  <a:srgbClr val="3F3F3F"/>
                </a:solidFill>
                <a:cs typeface="+mn-ea" charset="0"/>
              </a:rPr>
              <a:pPr>
                <a:lnSpc>
                  <a:spcPct val="100000"/>
                </a:lnSpc>
                <a:buClrTx/>
                <a:buFontTx/>
                <a:buNone/>
              </a:pPr>
              <a:t>34</a:t>
            </a:fld>
            <a:endParaRPr lang="nl-BE" altLang="nl-BE" sz="1400">
              <a:solidFill>
                <a:srgbClr val="3F3F3F"/>
              </a:solidFill>
              <a:cs typeface="+mn-ea" charset="0"/>
            </a:endParaRPr>
          </a:p>
        </p:txBody>
      </p:sp>
    </p:spTree>
    <p:extLst>
      <p:ext uri="{BB962C8B-B14F-4D97-AF65-F5344CB8AC3E}">
        <p14:creationId xmlns:p14="http://schemas.microsoft.com/office/powerpoint/2010/main" val="12253116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pic>
        <p:nvPicPr>
          <p:cNvPr id="15" name="Afbeelding 14">
            <a:extLst>
              <a:ext uri="{FF2B5EF4-FFF2-40B4-BE49-F238E27FC236}">
                <a16:creationId xmlns:a16="http://schemas.microsoft.com/office/drawing/2014/main" id="{7DFBAEB1-7534-314E-A9EF-59F46B2F5876}"/>
              </a:ext>
            </a:extLst>
          </p:cNvPr>
          <p:cNvPicPr>
            <a:picLocks noChangeAspect="1"/>
          </p:cNvPicPr>
          <p:nvPr/>
        </p:nvPicPr>
        <p:blipFill rotWithShape="1">
          <a:blip r:embed="rId2"/>
          <a:srcRect t="11825" b="11825"/>
          <a:stretch/>
        </p:blipFill>
        <p:spPr>
          <a:xfrm>
            <a:off x="-2" y="4"/>
            <a:ext cx="12192003" cy="6857999"/>
          </a:xfrm>
          <a:prstGeom prst="rect">
            <a:avLst/>
          </a:prstGeom>
        </p:spPr>
      </p:pic>
      <p:sp>
        <p:nvSpPr>
          <p:cNvPr id="2" name="Title 1"/>
          <p:cNvSpPr>
            <a:spLocks noGrp="1"/>
          </p:cNvSpPr>
          <p:nvPr>
            <p:ph type="ctrTitle"/>
          </p:nvPr>
        </p:nvSpPr>
        <p:spPr>
          <a:xfrm>
            <a:off x="3238005" y="1116281"/>
            <a:ext cx="7429995" cy="1707677"/>
          </a:xfrm>
        </p:spPr>
        <p:txBody>
          <a:bodyPr anchor="b" anchorCtr="0"/>
          <a:lstStyle>
            <a:lvl1pPr algn="l">
              <a:defRPr sz="4000" b="0">
                <a:solidFill>
                  <a:schemeClr val="bg1"/>
                </a:solidFill>
              </a:defRPr>
            </a:lvl1pPr>
          </a:lstStyle>
          <a:p>
            <a:r>
              <a:rPr lang="en-GB"/>
              <a:t>Click to edit Master title style</a:t>
            </a:r>
            <a:endParaRPr lang="en-US" dirty="0"/>
          </a:p>
        </p:txBody>
      </p:sp>
      <p:sp>
        <p:nvSpPr>
          <p:cNvPr id="3" name="Subtitle 2"/>
          <p:cNvSpPr>
            <a:spLocks noGrp="1"/>
          </p:cNvSpPr>
          <p:nvPr>
            <p:ph type="subTitle" idx="1"/>
          </p:nvPr>
        </p:nvSpPr>
        <p:spPr>
          <a:xfrm>
            <a:off x="3238005" y="3029798"/>
            <a:ext cx="7429995" cy="916523"/>
          </a:xfrm>
        </p:spPr>
        <p:txBody>
          <a:bodyPr>
            <a:noAutofit/>
          </a:bodyPr>
          <a:lstStyle>
            <a:lvl1pPr marL="0" indent="0" algn="l">
              <a:buNone/>
              <a:defRPr sz="2400">
                <a:solidFill>
                  <a:schemeClr val="bg1"/>
                </a:solidFill>
                <a:latin typeface="Century Gothic" panose="020B050202020202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GB"/>
              <a:t>Click to edit Master subtitle style</a:t>
            </a:r>
            <a:endParaRPr lang="en-US" dirty="0"/>
          </a:p>
        </p:txBody>
      </p:sp>
      <p:pic>
        <p:nvPicPr>
          <p:cNvPr id="11" name="Afbeelding 10">
            <a:extLst>
              <a:ext uri="{FF2B5EF4-FFF2-40B4-BE49-F238E27FC236}">
                <a16:creationId xmlns:a16="http://schemas.microsoft.com/office/drawing/2014/main" id="{84E20D0F-AC40-FD43-8BCE-462FDF3ABD22}"/>
              </a:ext>
            </a:extLst>
          </p:cNvPr>
          <p:cNvPicPr>
            <a:picLocks noChangeAspect="1"/>
          </p:cNvPicPr>
          <p:nvPr/>
        </p:nvPicPr>
        <p:blipFill>
          <a:blip r:embed="rId3"/>
          <a:stretch>
            <a:fillRect/>
          </a:stretch>
        </p:blipFill>
        <p:spPr>
          <a:xfrm>
            <a:off x="-23752" y="3141684"/>
            <a:ext cx="4148447" cy="3716317"/>
          </a:xfrm>
          <a:prstGeom prst="rect">
            <a:avLst/>
          </a:prstGeom>
        </p:spPr>
      </p:pic>
      <p:pic>
        <p:nvPicPr>
          <p:cNvPr id="13" name="Afbeelding 12" descr="Afbeelding met tekening&#10;&#10;Automatisch gegenereerde beschrijving">
            <a:extLst>
              <a:ext uri="{FF2B5EF4-FFF2-40B4-BE49-F238E27FC236}">
                <a16:creationId xmlns:a16="http://schemas.microsoft.com/office/drawing/2014/main" id="{D8123E29-3FEF-F448-9714-34CF79BE82CF}"/>
              </a:ext>
            </a:extLst>
          </p:cNvPr>
          <p:cNvPicPr>
            <a:picLocks noChangeAspect="1"/>
          </p:cNvPicPr>
          <p:nvPr/>
        </p:nvPicPr>
        <p:blipFill>
          <a:blip r:embed="rId4"/>
          <a:stretch>
            <a:fillRect/>
          </a:stretch>
        </p:blipFill>
        <p:spPr>
          <a:xfrm>
            <a:off x="10836331" y="5986561"/>
            <a:ext cx="795452" cy="365125"/>
          </a:xfrm>
          <a:prstGeom prst="rect">
            <a:avLst/>
          </a:prstGeom>
        </p:spPr>
      </p:pic>
    </p:spTree>
    <p:extLst>
      <p:ext uri="{BB962C8B-B14F-4D97-AF65-F5344CB8AC3E}">
        <p14:creationId xmlns:p14="http://schemas.microsoft.com/office/powerpoint/2010/main" val="241207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1C928F1-0076-4340-BE68-1AED3FC6F9FC}" type="datetime1">
              <a:rPr lang="nl-BE" smtClean="0"/>
              <a:t>30/04/2026</a:t>
            </a:fld>
            <a:endParaRPr lang="nl-BE"/>
          </a:p>
        </p:txBody>
      </p:sp>
      <p:sp>
        <p:nvSpPr>
          <p:cNvPr id="5" name="Footer Placeholder 4"/>
          <p:cNvSpPr>
            <a:spLocks noGrp="1"/>
          </p:cNvSpPr>
          <p:nvPr>
            <p:ph type="ftr" sz="quarter" idx="11"/>
          </p:nvPr>
        </p:nvSpPr>
        <p:spPr/>
        <p:txBody>
          <a:bodyPr/>
          <a:lstStyle/>
          <a:p>
            <a:pPr algn="l"/>
            <a:r>
              <a:rPr lang="nl-BE"/>
              <a:t>Powerpointsjabloon AP</a:t>
            </a:r>
            <a:endParaRPr lang="nl-BE" dirty="0"/>
          </a:p>
        </p:txBody>
      </p:sp>
      <p:sp>
        <p:nvSpPr>
          <p:cNvPr id="6" name="Slide Number Placeholder 5"/>
          <p:cNvSpPr>
            <a:spLocks noGrp="1"/>
          </p:cNvSpPr>
          <p:nvPr>
            <p:ph type="sldNum" sz="quarter" idx="12"/>
          </p:nvPr>
        </p:nvSpPr>
        <p:spPr/>
        <p:txBody>
          <a:bodyPr/>
          <a:lstStyle/>
          <a:p>
            <a:fld id="{D48350C5-23B6-415D-A3D2-26F4B4F422AC}" type="slidenum">
              <a:rPr lang="nl-BE" altLang="nl-BE" smtClean="0"/>
              <a:pPr/>
              <a:t>‹#›</a:t>
            </a:fld>
            <a:endParaRPr lang="nl-BE" altLang="nl-BE"/>
          </a:p>
        </p:txBody>
      </p:sp>
    </p:spTree>
    <p:extLst>
      <p:ext uri="{BB962C8B-B14F-4D97-AF65-F5344CB8AC3E}">
        <p14:creationId xmlns:p14="http://schemas.microsoft.com/office/powerpoint/2010/main" val="363363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pic>
        <p:nvPicPr>
          <p:cNvPr id="10" name="Afbeelding 9">
            <a:extLst>
              <a:ext uri="{FF2B5EF4-FFF2-40B4-BE49-F238E27FC236}">
                <a16:creationId xmlns:a16="http://schemas.microsoft.com/office/drawing/2014/main" id="{BC2470E5-3757-7D42-9FC4-F6ECDE9AE588}"/>
              </a:ext>
            </a:extLst>
          </p:cNvPr>
          <p:cNvPicPr>
            <a:picLocks noChangeAspect="1"/>
          </p:cNvPicPr>
          <p:nvPr/>
        </p:nvPicPr>
        <p:blipFill rotWithShape="1">
          <a:blip r:embed="rId2"/>
          <a:srcRect t="11825" b="11825"/>
          <a:stretch/>
        </p:blipFill>
        <p:spPr>
          <a:xfrm>
            <a:off x="-2" y="4"/>
            <a:ext cx="12192003" cy="6857999"/>
          </a:xfrm>
          <a:prstGeom prst="rect">
            <a:avLst/>
          </a:prstGeom>
        </p:spPr>
      </p:pic>
      <p:pic>
        <p:nvPicPr>
          <p:cNvPr id="11" name="Afbeelding 10">
            <a:extLst>
              <a:ext uri="{FF2B5EF4-FFF2-40B4-BE49-F238E27FC236}">
                <a16:creationId xmlns:a16="http://schemas.microsoft.com/office/drawing/2014/main" id="{01D7CB96-9E3F-084B-9130-4BB4FEB95FCF}"/>
              </a:ext>
            </a:extLst>
          </p:cNvPr>
          <p:cNvPicPr>
            <a:picLocks noChangeAspect="1"/>
          </p:cNvPicPr>
          <p:nvPr/>
        </p:nvPicPr>
        <p:blipFill>
          <a:blip r:embed="rId3"/>
          <a:stretch>
            <a:fillRect/>
          </a:stretch>
        </p:blipFill>
        <p:spPr>
          <a:xfrm>
            <a:off x="2" y="3141685"/>
            <a:ext cx="4148447" cy="3716317"/>
          </a:xfrm>
          <a:prstGeom prst="rect">
            <a:avLst/>
          </a:prstGeom>
        </p:spPr>
      </p:pic>
      <p:pic>
        <p:nvPicPr>
          <p:cNvPr id="12" name="Afbeelding 11" descr="Afbeelding met tekening&#10;&#10;Automatisch gegenereerde beschrijving">
            <a:extLst>
              <a:ext uri="{FF2B5EF4-FFF2-40B4-BE49-F238E27FC236}">
                <a16:creationId xmlns:a16="http://schemas.microsoft.com/office/drawing/2014/main" id="{0E25DA74-6D2C-8E40-96B9-E43883B2DFC7}"/>
              </a:ext>
            </a:extLst>
          </p:cNvPr>
          <p:cNvPicPr>
            <a:picLocks noChangeAspect="1"/>
          </p:cNvPicPr>
          <p:nvPr/>
        </p:nvPicPr>
        <p:blipFill>
          <a:blip r:embed="rId4"/>
          <a:stretch>
            <a:fillRect/>
          </a:stretch>
        </p:blipFill>
        <p:spPr>
          <a:xfrm>
            <a:off x="10836331" y="5986561"/>
            <a:ext cx="795452" cy="365125"/>
          </a:xfrm>
          <a:prstGeom prst="rect">
            <a:avLst/>
          </a:prstGeom>
        </p:spPr>
      </p:pic>
      <p:sp>
        <p:nvSpPr>
          <p:cNvPr id="2" name="Title 1"/>
          <p:cNvSpPr>
            <a:spLocks noGrp="1"/>
          </p:cNvSpPr>
          <p:nvPr>
            <p:ph type="title"/>
          </p:nvPr>
        </p:nvSpPr>
        <p:spPr>
          <a:xfrm>
            <a:off x="3222173" y="870858"/>
            <a:ext cx="7436435" cy="1953955"/>
          </a:xfrm>
        </p:spPr>
        <p:txBody>
          <a:bodyPr anchor="b"/>
          <a:lstStyle>
            <a:lvl1pPr>
              <a:defRPr sz="4000" b="0">
                <a:solidFill>
                  <a:schemeClr val="bg1"/>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22170" y="3032902"/>
            <a:ext cx="7436435" cy="981809"/>
          </a:xfrm>
        </p:spPr>
        <p:txBody>
          <a:bodyPr>
            <a:noAutofit/>
          </a:bodyPr>
          <a:lstStyle>
            <a:lvl1pPr marL="0" indent="0">
              <a:buNone/>
              <a:defRPr sz="2400">
                <a:solidFill>
                  <a:schemeClr val="bg1"/>
                </a:solidFill>
                <a:latin typeface="Century Gothic" panose="020B0502020202020204" pitchFamily="34" charset="0"/>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10658608" y="6356353"/>
            <a:ext cx="1085603" cy="365125"/>
          </a:xfrm>
        </p:spPr>
        <p:txBody>
          <a:bodyPr/>
          <a:lstStyle>
            <a:lvl1pPr>
              <a:defRPr>
                <a:solidFill>
                  <a:schemeClr val="bg1"/>
                </a:solidFill>
              </a:defRPr>
            </a:lvl1pPr>
          </a:lstStyle>
          <a:p>
            <a:fld id="{5A6D4684-856A-49BE-9007-94CD7E291B07}" type="slidenum">
              <a:rPr lang="nl-BE" altLang="nl-BE" smtClean="0"/>
              <a:pPr/>
              <a:t>‹#›</a:t>
            </a:fld>
            <a:endParaRPr lang="nl-BE" altLang="nl-BE"/>
          </a:p>
        </p:txBody>
      </p:sp>
    </p:spTree>
    <p:extLst>
      <p:ext uri="{BB962C8B-B14F-4D97-AF65-F5344CB8AC3E}">
        <p14:creationId xmlns:p14="http://schemas.microsoft.com/office/powerpoint/2010/main" val="429505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253333"/>
            <a:ext cx="5181600" cy="43513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253333"/>
            <a:ext cx="5181600" cy="43513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C9CC72B-8EDA-AA4C-8AC1-32906747DF83}" type="datetime1">
              <a:rPr lang="nl-BE" smtClean="0"/>
              <a:t>30/04/2026</a:t>
            </a:fld>
            <a:endParaRPr lang="nl-BE"/>
          </a:p>
        </p:txBody>
      </p:sp>
      <p:sp>
        <p:nvSpPr>
          <p:cNvPr id="6" name="Footer Placeholder 5"/>
          <p:cNvSpPr>
            <a:spLocks noGrp="1"/>
          </p:cNvSpPr>
          <p:nvPr>
            <p:ph type="ftr" sz="quarter" idx="11"/>
          </p:nvPr>
        </p:nvSpPr>
        <p:spPr/>
        <p:txBody>
          <a:bodyPr/>
          <a:lstStyle/>
          <a:p>
            <a:pPr algn="l"/>
            <a:r>
              <a:rPr lang="nl-BE"/>
              <a:t>Powerpointsjabloon AP</a:t>
            </a:r>
            <a:endParaRPr lang="nl-BE" dirty="0"/>
          </a:p>
        </p:txBody>
      </p:sp>
      <p:sp>
        <p:nvSpPr>
          <p:cNvPr id="7" name="Slide Number Placeholder 6"/>
          <p:cNvSpPr>
            <a:spLocks noGrp="1"/>
          </p:cNvSpPr>
          <p:nvPr>
            <p:ph type="sldNum" sz="quarter" idx="12"/>
          </p:nvPr>
        </p:nvSpPr>
        <p:spPr/>
        <p:txBody>
          <a:bodyPr/>
          <a:lstStyle/>
          <a:p>
            <a:fld id="{350186E4-D062-4F9D-89AD-A70E5D0A1FF4}" type="slidenum">
              <a:rPr lang="nl-BE" altLang="nl-BE" smtClean="0"/>
              <a:pPr/>
              <a:t>‹#›</a:t>
            </a:fld>
            <a:endParaRPr lang="nl-BE" altLang="nl-BE"/>
          </a:p>
        </p:txBody>
      </p:sp>
    </p:spTree>
    <p:extLst>
      <p:ext uri="{BB962C8B-B14F-4D97-AF65-F5344CB8AC3E}">
        <p14:creationId xmlns:p14="http://schemas.microsoft.com/office/powerpoint/2010/main" val="3926241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839788" y="543859"/>
            <a:ext cx="10515600" cy="600735"/>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9" y="1256067"/>
            <a:ext cx="5157787" cy="823912"/>
          </a:xfrm>
        </p:spPr>
        <p:txBody>
          <a:bodyPr anchor="t" anchorCtr="0">
            <a:noAutofit/>
          </a:bodyPr>
          <a:lstStyle>
            <a:lvl1pPr marL="0" indent="0">
              <a:buNone/>
              <a:defRPr sz="2400" b="0">
                <a:solidFill>
                  <a:srgbClr val="AD0F0A"/>
                </a:solidFill>
                <a:latin typeface="Century Gothic" panose="020B050202020202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GB"/>
              <a:t>Click to edit Master text styles</a:t>
            </a:r>
          </a:p>
        </p:txBody>
      </p:sp>
      <p:sp>
        <p:nvSpPr>
          <p:cNvPr id="4" name="Content Placeholder 3"/>
          <p:cNvSpPr>
            <a:spLocks noGrp="1"/>
          </p:cNvSpPr>
          <p:nvPr>
            <p:ph sz="half" idx="2"/>
          </p:nvPr>
        </p:nvSpPr>
        <p:spPr>
          <a:xfrm>
            <a:off x="839789" y="2394599"/>
            <a:ext cx="5157787" cy="34787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2" y="1256067"/>
            <a:ext cx="5183188" cy="823912"/>
          </a:xfrm>
        </p:spPr>
        <p:txBody>
          <a:bodyPr anchor="t" anchorCtr="0">
            <a:noAutofit/>
          </a:bodyPr>
          <a:lstStyle>
            <a:lvl1pPr marL="0" indent="0">
              <a:buNone/>
              <a:defRPr sz="2400" b="0">
                <a:solidFill>
                  <a:srgbClr val="AD0F0A"/>
                </a:solidFill>
                <a:latin typeface="Century Gothic" panose="020B050202020202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GB"/>
              <a:t>Click to edit Master text styles</a:t>
            </a:r>
          </a:p>
        </p:txBody>
      </p:sp>
      <p:sp>
        <p:nvSpPr>
          <p:cNvPr id="6" name="Content Placeholder 5"/>
          <p:cNvSpPr>
            <a:spLocks noGrp="1"/>
          </p:cNvSpPr>
          <p:nvPr>
            <p:ph sz="quarter" idx="4"/>
          </p:nvPr>
        </p:nvSpPr>
        <p:spPr>
          <a:xfrm>
            <a:off x="6172202" y="2394599"/>
            <a:ext cx="5183188" cy="34787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13C0E4C-D4EE-5342-8043-CB553A79C6F9}" type="datetime1">
              <a:rPr lang="nl-BE" smtClean="0"/>
              <a:t>30/04/2026</a:t>
            </a:fld>
            <a:endParaRPr lang="nl-BE"/>
          </a:p>
        </p:txBody>
      </p:sp>
      <p:sp>
        <p:nvSpPr>
          <p:cNvPr id="8" name="Footer Placeholder 7"/>
          <p:cNvSpPr>
            <a:spLocks noGrp="1"/>
          </p:cNvSpPr>
          <p:nvPr>
            <p:ph type="ftr" sz="quarter" idx="11"/>
          </p:nvPr>
        </p:nvSpPr>
        <p:spPr/>
        <p:txBody>
          <a:bodyPr/>
          <a:lstStyle/>
          <a:p>
            <a:pPr algn="l"/>
            <a:r>
              <a:rPr lang="nl-BE"/>
              <a:t>Powerpointsjabloon AP</a:t>
            </a:r>
            <a:endParaRPr lang="nl-BE" dirty="0"/>
          </a:p>
        </p:txBody>
      </p:sp>
      <p:sp>
        <p:nvSpPr>
          <p:cNvPr id="9" name="Slide Number Placeholder 8"/>
          <p:cNvSpPr>
            <a:spLocks noGrp="1"/>
          </p:cNvSpPr>
          <p:nvPr>
            <p:ph type="sldNum" sz="quarter" idx="12"/>
          </p:nvPr>
        </p:nvSpPr>
        <p:spPr/>
        <p:txBody>
          <a:bodyPr/>
          <a:lstStyle/>
          <a:p>
            <a:fld id="{C74F850F-A183-43AD-9D66-1C742F77FF28}" type="slidenum">
              <a:rPr lang="nl-BE" altLang="nl-BE" smtClean="0"/>
              <a:pPr/>
              <a:t>‹#›</a:t>
            </a:fld>
            <a:endParaRPr lang="nl-BE" altLang="nl-BE"/>
          </a:p>
        </p:txBody>
      </p:sp>
    </p:spTree>
    <p:extLst>
      <p:ext uri="{BB962C8B-B14F-4D97-AF65-F5344CB8AC3E}">
        <p14:creationId xmlns:p14="http://schemas.microsoft.com/office/powerpoint/2010/main" val="2012358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2C9D586-114A-B749-8320-F972FC7433EF}" type="datetime1">
              <a:rPr lang="nl-BE" smtClean="0"/>
              <a:t>30/04/2026</a:t>
            </a:fld>
            <a:endParaRPr lang="nl-BE"/>
          </a:p>
        </p:txBody>
      </p:sp>
      <p:sp>
        <p:nvSpPr>
          <p:cNvPr id="4" name="Footer Placeholder 3"/>
          <p:cNvSpPr>
            <a:spLocks noGrp="1"/>
          </p:cNvSpPr>
          <p:nvPr>
            <p:ph type="ftr" sz="quarter" idx="11"/>
          </p:nvPr>
        </p:nvSpPr>
        <p:spPr/>
        <p:txBody>
          <a:bodyPr/>
          <a:lstStyle/>
          <a:p>
            <a:pPr algn="l"/>
            <a:r>
              <a:rPr lang="nl-BE"/>
              <a:t>Powerpointsjabloon AP</a:t>
            </a:r>
            <a:endParaRPr lang="nl-BE" dirty="0"/>
          </a:p>
        </p:txBody>
      </p:sp>
      <p:sp>
        <p:nvSpPr>
          <p:cNvPr id="5" name="Slide Number Placeholder 4"/>
          <p:cNvSpPr>
            <a:spLocks noGrp="1"/>
          </p:cNvSpPr>
          <p:nvPr>
            <p:ph type="sldNum" sz="quarter" idx="12"/>
          </p:nvPr>
        </p:nvSpPr>
        <p:spPr/>
        <p:txBody>
          <a:bodyPr/>
          <a:lstStyle/>
          <a:p>
            <a:fld id="{70346A4B-2EEA-424F-884E-25CA8C3FD7FF}" type="slidenum">
              <a:rPr lang="nl-BE" altLang="nl-BE" smtClean="0"/>
              <a:pPr/>
              <a:t>‹#›</a:t>
            </a:fld>
            <a:endParaRPr lang="nl-BE" altLang="nl-BE"/>
          </a:p>
        </p:txBody>
      </p:sp>
    </p:spTree>
    <p:extLst>
      <p:ext uri="{BB962C8B-B14F-4D97-AF65-F5344CB8AC3E}">
        <p14:creationId xmlns:p14="http://schemas.microsoft.com/office/powerpoint/2010/main" val="4272743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73B369-DF3D-5943-8EF7-559AB855FF21}" type="datetime1">
              <a:rPr lang="nl-BE" smtClean="0"/>
              <a:t>30/04/2026</a:t>
            </a:fld>
            <a:endParaRPr lang="nl-BE"/>
          </a:p>
        </p:txBody>
      </p:sp>
      <p:sp>
        <p:nvSpPr>
          <p:cNvPr id="3" name="Footer Placeholder 2"/>
          <p:cNvSpPr>
            <a:spLocks noGrp="1"/>
          </p:cNvSpPr>
          <p:nvPr>
            <p:ph type="ftr" sz="quarter" idx="11"/>
          </p:nvPr>
        </p:nvSpPr>
        <p:spPr/>
        <p:txBody>
          <a:bodyPr/>
          <a:lstStyle/>
          <a:p>
            <a:pPr algn="l"/>
            <a:r>
              <a:rPr lang="nl-BE"/>
              <a:t>Powerpointsjabloon AP</a:t>
            </a:r>
            <a:endParaRPr lang="nl-BE" dirty="0"/>
          </a:p>
        </p:txBody>
      </p:sp>
      <p:sp>
        <p:nvSpPr>
          <p:cNvPr id="4" name="Slide Number Placeholder 3"/>
          <p:cNvSpPr>
            <a:spLocks noGrp="1"/>
          </p:cNvSpPr>
          <p:nvPr>
            <p:ph type="sldNum" sz="quarter" idx="12"/>
          </p:nvPr>
        </p:nvSpPr>
        <p:spPr/>
        <p:txBody>
          <a:bodyPr/>
          <a:lstStyle/>
          <a:p>
            <a:fld id="{894FE8FE-AEF1-480B-81EB-C9488F2E409E}" type="slidenum">
              <a:rPr lang="nl-BE" altLang="nl-BE" smtClean="0"/>
              <a:pPr/>
              <a:t>‹#›</a:t>
            </a:fld>
            <a:endParaRPr lang="nl-BE" altLang="nl-BE"/>
          </a:p>
        </p:txBody>
      </p:sp>
    </p:spTree>
    <p:extLst>
      <p:ext uri="{BB962C8B-B14F-4D97-AF65-F5344CB8AC3E}">
        <p14:creationId xmlns:p14="http://schemas.microsoft.com/office/powerpoint/2010/main" val="1123470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543858"/>
            <a:ext cx="3932237" cy="1026181"/>
          </a:xfrm>
        </p:spPr>
        <p:txBody>
          <a:bodyPr anchor="t" anchorCtr="0"/>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5183188" y="543859"/>
            <a:ext cx="6172200" cy="5317195"/>
          </a:xfrm>
        </p:spPr>
        <p:txBody>
          <a:bodyPr>
            <a:normAutofit/>
          </a:bodyPr>
          <a:lstStyle>
            <a:lvl1pPr>
              <a:defRPr sz="2400"/>
            </a:lvl1pPr>
            <a:lvl2pPr>
              <a:defRPr sz="2400"/>
            </a:lvl2pPr>
            <a:lvl3pPr>
              <a:defRPr sz="2400"/>
            </a:lvl3pPr>
            <a:lvl4pPr>
              <a:defRPr sz="2400"/>
            </a:lvl4pPr>
            <a:lvl5pPr>
              <a:defRPr sz="24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1639893"/>
            <a:ext cx="3932237" cy="4229097"/>
          </a:xfrm>
        </p:spPr>
        <p:txBody>
          <a:bodyPr>
            <a:normAutofit/>
          </a:bodyPr>
          <a:lstStyle>
            <a:lvl1pPr marL="0" indent="0">
              <a:buNone/>
              <a:defRPr sz="24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5CEEAE3C-AC47-4A42-A90F-7574D2B5A3F0}" type="datetime1">
              <a:rPr lang="nl-BE" smtClean="0"/>
              <a:t>30/04/2026</a:t>
            </a:fld>
            <a:endParaRPr lang="nl-BE"/>
          </a:p>
        </p:txBody>
      </p:sp>
      <p:sp>
        <p:nvSpPr>
          <p:cNvPr id="6" name="Footer Placeholder 5"/>
          <p:cNvSpPr>
            <a:spLocks noGrp="1"/>
          </p:cNvSpPr>
          <p:nvPr>
            <p:ph type="ftr" sz="quarter" idx="11"/>
          </p:nvPr>
        </p:nvSpPr>
        <p:spPr/>
        <p:txBody>
          <a:bodyPr/>
          <a:lstStyle/>
          <a:p>
            <a:pPr algn="l"/>
            <a:r>
              <a:rPr lang="nl-BE"/>
              <a:t>Powerpointsjabloon AP</a:t>
            </a:r>
            <a:endParaRPr lang="nl-BE" dirty="0"/>
          </a:p>
        </p:txBody>
      </p:sp>
      <p:sp>
        <p:nvSpPr>
          <p:cNvPr id="7" name="Slide Number Placeholder 6"/>
          <p:cNvSpPr>
            <a:spLocks noGrp="1"/>
          </p:cNvSpPr>
          <p:nvPr>
            <p:ph type="sldNum" sz="quarter" idx="12"/>
          </p:nvPr>
        </p:nvSpPr>
        <p:spPr/>
        <p:txBody>
          <a:bodyPr/>
          <a:lstStyle/>
          <a:p>
            <a:fld id="{A8F3F315-8066-4DDE-8349-65FA634ECDB4}" type="slidenum">
              <a:rPr lang="nl-BE" altLang="nl-BE" smtClean="0"/>
              <a:pPr/>
              <a:t>‹#›</a:t>
            </a:fld>
            <a:endParaRPr lang="nl-BE" altLang="nl-BE"/>
          </a:p>
        </p:txBody>
      </p:sp>
    </p:spTree>
    <p:extLst>
      <p:ext uri="{BB962C8B-B14F-4D97-AF65-F5344CB8AC3E}">
        <p14:creationId xmlns:p14="http://schemas.microsoft.com/office/powerpoint/2010/main" val="752618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543857"/>
            <a:ext cx="3932237" cy="936601"/>
          </a:xfrm>
        </p:spPr>
        <p:txBody>
          <a:bodyPr anchor="t" anchorCtr="0"/>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543859"/>
            <a:ext cx="6172200" cy="5317195"/>
          </a:xfrm>
        </p:spPr>
        <p:txBody>
          <a:bodyPr anchor="t">
            <a:normAutofit/>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39788" y="1646713"/>
            <a:ext cx="3932237" cy="4222276"/>
          </a:xfrm>
        </p:spPr>
        <p:txBody>
          <a:bodyPr>
            <a:normAutofit/>
          </a:bodyPr>
          <a:lstStyle>
            <a:lvl1pPr marL="0" indent="0">
              <a:buNone/>
              <a:defRPr sz="24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E036BD4B-993E-3647-BCB5-747E410A6168}" type="datetime1">
              <a:rPr lang="nl-BE" smtClean="0"/>
              <a:t>30/04/2026</a:t>
            </a:fld>
            <a:endParaRPr lang="nl-BE"/>
          </a:p>
        </p:txBody>
      </p:sp>
      <p:sp>
        <p:nvSpPr>
          <p:cNvPr id="6" name="Footer Placeholder 5"/>
          <p:cNvSpPr>
            <a:spLocks noGrp="1"/>
          </p:cNvSpPr>
          <p:nvPr>
            <p:ph type="ftr" sz="quarter" idx="11"/>
          </p:nvPr>
        </p:nvSpPr>
        <p:spPr/>
        <p:txBody>
          <a:bodyPr/>
          <a:lstStyle/>
          <a:p>
            <a:pPr algn="l"/>
            <a:r>
              <a:rPr lang="nl-BE"/>
              <a:t>Powerpointsjabloon AP</a:t>
            </a:r>
            <a:endParaRPr lang="nl-BE" dirty="0"/>
          </a:p>
        </p:txBody>
      </p:sp>
      <p:sp>
        <p:nvSpPr>
          <p:cNvPr id="7" name="Slide Number Placeholder 6"/>
          <p:cNvSpPr>
            <a:spLocks noGrp="1"/>
          </p:cNvSpPr>
          <p:nvPr>
            <p:ph type="sldNum" sz="quarter" idx="12"/>
          </p:nvPr>
        </p:nvSpPr>
        <p:spPr/>
        <p:txBody>
          <a:bodyPr/>
          <a:lstStyle/>
          <a:p>
            <a:fld id="{36468B38-37FC-4054-BBE5-2A12F84A403C}" type="slidenum">
              <a:rPr lang="nl-BE" altLang="nl-BE" smtClean="0"/>
              <a:pPr/>
              <a:t>‹#›</a:t>
            </a:fld>
            <a:endParaRPr lang="nl-BE" altLang="nl-BE"/>
          </a:p>
        </p:txBody>
      </p:sp>
    </p:spTree>
    <p:extLst>
      <p:ext uri="{BB962C8B-B14F-4D97-AF65-F5344CB8AC3E}">
        <p14:creationId xmlns:p14="http://schemas.microsoft.com/office/powerpoint/2010/main" val="2735546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4500"/>
            </a:lvl1pPr>
          </a:lstStyle>
          <a:p>
            <a:r>
              <a:rPr lang="en-GB"/>
              <a:t>Click to edit Master title style</a:t>
            </a:r>
            <a:endParaRPr lang="nl-BE"/>
          </a:p>
        </p:txBody>
      </p:sp>
      <p:sp>
        <p:nvSpPr>
          <p:cNvPr id="3" name="Ondertitel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nl-BE"/>
          </a:p>
        </p:txBody>
      </p:sp>
      <p:sp>
        <p:nvSpPr>
          <p:cNvPr id="4" name="Rectangle 5"/>
          <p:cNvSpPr>
            <a:spLocks noGrp="1" noChangeArrowheads="1"/>
          </p:cNvSpPr>
          <p:nvPr>
            <p:ph type="sldNum" idx="10"/>
          </p:nvPr>
        </p:nvSpPr>
        <p:spPr>
          <a:ln/>
        </p:spPr>
        <p:txBody>
          <a:bodyPr/>
          <a:lstStyle>
            <a:lvl1pPr>
              <a:defRPr/>
            </a:lvl1pPr>
          </a:lstStyle>
          <a:p>
            <a:pPr>
              <a:defRPr/>
            </a:pPr>
            <a:fld id="{73605E62-422D-4EDE-B6CE-D3FB699DBC37}" type="slidenum">
              <a:rPr lang="nl-BE" altLang="nl-BE"/>
              <a:pPr>
                <a:defRPr/>
              </a:pPr>
              <a:t>‹#›</a:t>
            </a:fld>
            <a:endParaRPr lang="nl-BE" altLang="nl-BE"/>
          </a:p>
        </p:txBody>
      </p:sp>
    </p:spTree>
    <p:extLst>
      <p:ext uri="{BB962C8B-B14F-4D97-AF65-F5344CB8AC3E}">
        <p14:creationId xmlns:p14="http://schemas.microsoft.com/office/powerpoint/2010/main" val="6138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5"/>
          <p:cNvSpPr>
            <a:spLocks noGrp="1" noChangeArrowheads="1"/>
          </p:cNvSpPr>
          <p:nvPr>
            <p:ph type="sldNum" idx="10"/>
          </p:nvPr>
        </p:nvSpPr>
        <p:spPr>
          <a:ln/>
        </p:spPr>
        <p:txBody>
          <a:bodyPr/>
          <a:lstStyle>
            <a:lvl1pPr>
              <a:defRPr/>
            </a:lvl1pPr>
          </a:lstStyle>
          <a:p>
            <a:pPr>
              <a:defRPr/>
            </a:pPr>
            <a:fld id="{0749A224-C626-4511-841F-8CF8DBE09D56}" type="slidenum">
              <a:rPr lang="nl-BE" altLang="nl-BE"/>
              <a:pPr>
                <a:defRPr/>
              </a:pPr>
              <a:t>‹#›</a:t>
            </a:fld>
            <a:endParaRPr lang="nl-BE" altLang="nl-BE"/>
          </a:p>
        </p:txBody>
      </p:sp>
    </p:spTree>
    <p:extLst>
      <p:ext uri="{BB962C8B-B14F-4D97-AF65-F5344CB8AC3E}">
        <p14:creationId xmlns:p14="http://schemas.microsoft.com/office/powerpoint/2010/main" val="1466427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1" y="1709741"/>
            <a:ext cx="10515600" cy="2852737"/>
          </a:xfrm>
        </p:spPr>
        <p:txBody>
          <a:bodyPr anchor="b"/>
          <a:lstStyle>
            <a:lvl1pPr>
              <a:defRPr sz="4500"/>
            </a:lvl1pPr>
          </a:lstStyle>
          <a:p>
            <a:r>
              <a:rPr lang="en-GB"/>
              <a:t>Click to edit Master title style</a:t>
            </a:r>
            <a:endParaRPr lang="nl-BE"/>
          </a:p>
        </p:txBody>
      </p:sp>
      <p:sp>
        <p:nvSpPr>
          <p:cNvPr id="3" name="Tijdelijke aanduiding voor tekst 2"/>
          <p:cNvSpPr>
            <a:spLocks noGrp="1"/>
          </p:cNvSpPr>
          <p:nvPr>
            <p:ph type="body" idx="1"/>
          </p:nvPr>
        </p:nvSpPr>
        <p:spPr>
          <a:xfrm>
            <a:off x="831851" y="4589466"/>
            <a:ext cx="105156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GB"/>
              <a:t>Click to edit Master text styles</a:t>
            </a:r>
          </a:p>
        </p:txBody>
      </p:sp>
      <p:sp>
        <p:nvSpPr>
          <p:cNvPr id="4" name="Rectangle 5"/>
          <p:cNvSpPr>
            <a:spLocks noGrp="1" noChangeArrowheads="1"/>
          </p:cNvSpPr>
          <p:nvPr>
            <p:ph type="sldNum" idx="10"/>
          </p:nvPr>
        </p:nvSpPr>
        <p:spPr>
          <a:ln/>
        </p:spPr>
        <p:txBody>
          <a:bodyPr/>
          <a:lstStyle>
            <a:lvl1pPr>
              <a:defRPr/>
            </a:lvl1pPr>
          </a:lstStyle>
          <a:p>
            <a:pPr>
              <a:defRPr/>
            </a:pPr>
            <a:fld id="{34FBEB72-5066-403F-94AF-26B29B690EAD}" type="slidenum">
              <a:rPr lang="nl-BE" altLang="nl-BE"/>
              <a:pPr>
                <a:defRPr/>
              </a:pPr>
              <a:t>‹#›</a:t>
            </a:fld>
            <a:endParaRPr lang="nl-BE" altLang="nl-BE"/>
          </a:p>
        </p:txBody>
      </p:sp>
    </p:spTree>
    <p:extLst>
      <p:ext uri="{BB962C8B-B14F-4D97-AF65-F5344CB8AC3E}">
        <p14:creationId xmlns:p14="http://schemas.microsoft.com/office/powerpoint/2010/main" val="455971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sz="half" idx="1"/>
          </p:nvPr>
        </p:nvSpPr>
        <p:spPr>
          <a:xfrm>
            <a:off x="609602" y="1600200"/>
            <a:ext cx="5372100"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inhoud 3"/>
          <p:cNvSpPr>
            <a:spLocks noGrp="1"/>
          </p:cNvSpPr>
          <p:nvPr>
            <p:ph sz="half" idx="2"/>
          </p:nvPr>
        </p:nvSpPr>
        <p:spPr>
          <a:xfrm>
            <a:off x="6184902" y="1600200"/>
            <a:ext cx="5374217"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Rectangle 5"/>
          <p:cNvSpPr>
            <a:spLocks noGrp="1" noChangeArrowheads="1"/>
          </p:cNvSpPr>
          <p:nvPr>
            <p:ph type="sldNum" idx="10"/>
          </p:nvPr>
        </p:nvSpPr>
        <p:spPr>
          <a:ln/>
        </p:spPr>
        <p:txBody>
          <a:bodyPr/>
          <a:lstStyle>
            <a:lvl1pPr>
              <a:defRPr/>
            </a:lvl1pPr>
          </a:lstStyle>
          <a:p>
            <a:pPr>
              <a:defRPr/>
            </a:pPr>
            <a:fld id="{DDB193D8-8301-47D0-9DFC-840732B2C53C}" type="slidenum">
              <a:rPr lang="nl-BE" altLang="nl-BE"/>
              <a:pPr>
                <a:defRPr/>
              </a:pPr>
              <a:t>‹#›</a:t>
            </a:fld>
            <a:endParaRPr lang="nl-BE" altLang="nl-BE"/>
          </a:p>
        </p:txBody>
      </p:sp>
    </p:spTree>
    <p:extLst>
      <p:ext uri="{BB962C8B-B14F-4D97-AF65-F5344CB8AC3E}">
        <p14:creationId xmlns:p14="http://schemas.microsoft.com/office/powerpoint/2010/main" val="905886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40317" y="365128"/>
            <a:ext cx="10515600" cy="1325563"/>
          </a:xfrm>
        </p:spPr>
        <p:txBody>
          <a:bodyPr/>
          <a:lstStyle/>
          <a:p>
            <a:r>
              <a:rPr lang="en-GB"/>
              <a:t>Click to edit Master title style</a:t>
            </a:r>
            <a:endParaRPr lang="nl-BE"/>
          </a:p>
        </p:txBody>
      </p:sp>
      <p:sp>
        <p:nvSpPr>
          <p:cNvPr id="3" name="Tijdelijke aanduiding voor tekst 2"/>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Tijdelijke aanduiding voor inhoud 3"/>
          <p:cNvSpPr>
            <a:spLocks noGrp="1"/>
          </p:cNvSpPr>
          <p:nvPr>
            <p:ph sz="half" idx="2"/>
          </p:nvPr>
        </p:nvSpPr>
        <p:spPr>
          <a:xfrm>
            <a:off x="840319"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ijdelijke aanduiding voor tekst 4"/>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Tijdelijke aanduiding voor inhoud 5"/>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7" name="Rectangle 5"/>
          <p:cNvSpPr>
            <a:spLocks noGrp="1" noChangeArrowheads="1"/>
          </p:cNvSpPr>
          <p:nvPr>
            <p:ph type="sldNum" idx="10"/>
          </p:nvPr>
        </p:nvSpPr>
        <p:spPr>
          <a:ln/>
        </p:spPr>
        <p:txBody>
          <a:bodyPr/>
          <a:lstStyle>
            <a:lvl1pPr>
              <a:defRPr/>
            </a:lvl1pPr>
          </a:lstStyle>
          <a:p>
            <a:pPr>
              <a:defRPr/>
            </a:pPr>
            <a:fld id="{941D36D1-5F50-40D1-B62A-27F337082708}" type="slidenum">
              <a:rPr lang="nl-BE" altLang="nl-BE"/>
              <a:pPr>
                <a:defRPr/>
              </a:pPr>
              <a:t>‹#›</a:t>
            </a:fld>
            <a:endParaRPr lang="nl-BE" altLang="nl-BE"/>
          </a:p>
        </p:txBody>
      </p:sp>
    </p:spTree>
    <p:extLst>
      <p:ext uri="{BB962C8B-B14F-4D97-AF65-F5344CB8AC3E}">
        <p14:creationId xmlns:p14="http://schemas.microsoft.com/office/powerpoint/2010/main" val="34916738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Rectangle 5"/>
          <p:cNvSpPr>
            <a:spLocks noGrp="1" noChangeArrowheads="1"/>
          </p:cNvSpPr>
          <p:nvPr>
            <p:ph type="sldNum" idx="10"/>
          </p:nvPr>
        </p:nvSpPr>
        <p:spPr>
          <a:ln/>
        </p:spPr>
        <p:txBody>
          <a:bodyPr/>
          <a:lstStyle>
            <a:lvl1pPr>
              <a:defRPr/>
            </a:lvl1pPr>
          </a:lstStyle>
          <a:p>
            <a:pPr>
              <a:defRPr/>
            </a:pPr>
            <a:fld id="{A8B3B848-5425-4E5F-BB75-A98D31188967}" type="slidenum">
              <a:rPr lang="nl-BE" altLang="nl-BE"/>
              <a:pPr>
                <a:defRPr/>
              </a:pPr>
              <a:t>‹#›</a:t>
            </a:fld>
            <a:endParaRPr lang="nl-BE" altLang="nl-BE"/>
          </a:p>
        </p:txBody>
      </p:sp>
    </p:spTree>
    <p:extLst>
      <p:ext uri="{BB962C8B-B14F-4D97-AF65-F5344CB8AC3E}">
        <p14:creationId xmlns:p14="http://schemas.microsoft.com/office/powerpoint/2010/main" val="33957795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5"/>
          <p:cNvSpPr>
            <a:spLocks noGrp="1" noChangeArrowheads="1"/>
          </p:cNvSpPr>
          <p:nvPr>
            <p:ph type="sldNum" idx="10"/>
          </p:nvPr>
        </p:nvSpPr>
        <p:spPr>
          <a:ln/>
        </p:spPr>
        <p:txBody>
          <a:bodyPr/>
          <a:lstStyle>
            <a:lvl1pPr>
              <a:defRPr/>
            </a:lvl1pPr>
          </a:lstStyle>
          <a:p>
            <a:pPr>
              <a:defRPr/>
            </a:pPr>
            <a:fld id="{EFA3833F-5762-46E7-B2B0-497F89FE5E55}" type="slidenum">
              <a:rPr lang="nl-BE" altLang="nl-BE"/>
              <a:pPr>
                <a:defRPr/>
              </a:pPr>
              <a:t>‹#›</a:t>
            </a:fld>
            <a:endParaRPr lang="nl-BE" altLang="nl-BE"/>
          </a:p>
        </p:txBody>
      </p:sp>
    </p:spTree>
    <p:extLst>
      <p:ext uri="{BB962C8B-B14F-4D97-AF65-F5344CB8AC3E}">
        <p14:creationId xmlns:p14="http://schemas.microsoft.com/office/powerpoint/2010/main" val="2213605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inhoud 2"/>
          <p:cNvSpPr>
            <a:spLocks noGrp="1"/>
          </p:cNvSpPr>
          <p:nvPr>
            <p:ph idx="1"/>
          </p:nvPr>
        </p:nvSpPr>
        <p:spPr>
          <a:xfrm>
            <a:off x="5183717"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5"/>
          <p:cNvSpPr>
            <a:spLocks noGrp="1" noChangeArrowheads="1"/>
          </p:cNvSpPr>
          <p:nvPr>
            <p:ph type="sldNum" idx="10"/>
          </p:nvPr>
        </p:nvSpPr>
        <p:spPr>
          <a:ln/>
        </p:spPr>
        <p:txBody>
          <a:bodyPr/>
          <a:lstStyle>
            <a:lvl1pPr>
              <a:defRPr/>
            </a:lvl1pPr>
          </a:lstStyle>
          <a:p>
            <a:pPr>
              <a:defRPr/>
            </a:pPr>
            <a:fld id="{706F246F-A248-44A7-953B-32CA8FBDD8F4}" type="slidenum">
              <a:rPr lang="nl-BE" altLang="nl-BE"/>
              <a:pPr>
                <a:defRPr/>
              </a:pPr>
              <a:t>‹#›</a:t>
            </a:fld>
            <a:endParaRPr lang="nl-BE" altLang="nl-BE"/>
          </a:p>
        </p:txBody>
      </p:sp>
    </p:spTree>
    <p:extLst>
      <p:ext uri="{BB962C8B-B14F-4D97-AF65-F5344CB8AC3E}">
        <p14:creationId xmlns:p14="http://schemas.microsoft.com/office/powerpoint/2010/main" val="7051169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afbeelding 2"/>
          <p:cNvSpPr>
            <a:spLocks noGrp="1"/>
          </p:cNvSpPr>
          <p:nvPr>
            <p:ph type="pic" idx="1"/>
          </p:nvPr>
        </p:nvSpPr>
        <p:spPr>
          <a:xfrm>
            <a:off x="5183717"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nl-BE" noProof="0"/>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5"/>
          <p:cNvSpPr>
            <a:spLocks noGrp="1" noChangeArrowheads="1"/>
          </p:cNvSpPr>
          <p:nvPr>
            <p:ph type="sldNum" idx="10"/>
          </p:nvPr>
        </p:nvSpPr>
        <p:spPr>
          <a:ln/>
        </p:spPr>
        <p:txBody>
          <a:bodyPr/>
          <a:lstStyle>
            <a:lvl1pPr>
              <a:defRPr/>
            </a:lvl1pPr>
          </a:lstStyle>
          <a:p>
            <a:pPr>
              <a:defRPr/>
            </a:pPr>
            <a:fld id="{C18F1816-718C-4CDC-B4CF-5141D2E38EBC}" type="slidenum">
              <a:rPr lang="nl-BE" altLang="nl-BE"/>
              <a:pPr>
                <a:defRPr/>
              </a:pPr>
              <a:t>‹#›</a:t>
            </a:fld>
            <a:endParaRPr lang="nl-BE" altLang="nl-BE"/>
          </a:p>
        </p:txBody>
      </p:sp>
    </p:spTree>
    <p:extLst>
      <p:ext uri="{BB962C8B-B14F-4D97-AF65-F5344CB8AC3E}">
        <p14:creationId xmlns:p14="http://schemas.microsoft.com/office/powerpoint/2010/main" val="16696251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verticale tekst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5"/>
          <p:cNvSpPr>
            <a:spLocks noGrp="1" noChangeArrowheads="1"/>
          </p:cNvSpPr>
          <p:nvPr>
            <p:ph type="sldNum" idx="10"/>
          </p:nvPr>
        </p:nvSpPr>
        <p:spPr>
          <a:ln/>
        </p:spPr>
        <p:txBody>
          <a:bodyPr/>
          <a:lstStyle>
            <a:lvl1pPr>
              <a:defRPr/>
            </a:lvl1pPr>
          </a:lstStyle>
          <a:p>
            <a:pPr>
              <a:defRPr/>
            </a:pPr>
            <a:fld id="{F3F9495F-C366-43F0-A250-1233F939E160}" type="slidenum">
              <a:rPr lang="nl-BE" altLang="nl-BE"/>
              <a:pPr>
                <a:defRPr/>
              </a:pPr>
              <a:t>‹#›</a:t>
            </a:fld>
            <a:endParaRPr lang="nl-BE" altLang="nl-BE"/>
          </a:p>
        </p:txBody>
      </p:sp>
    </p:spTree>
    <p:extLst>
      <p:ext uri="{BB962C8B-B14F-4D97-AF65-F5344CB8AC3E}">
        <p14:creationId xmlns:p14="http://schemas.microsoft.com/office/powerpoint/2010/main" val="21162499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22268" y="274638"/>
            <a:ext cx="2736851" cy="5834062"/>
          </a:xfrm>
        </p:spPr>
        <p:txBody>
          <a:bodyPr vert="eaVert"/>
          <a:lstStyle/>
          <a:p>
            <a:r>
              <a:rPr lang="en-GB"/>
              <a:t>Click to edit Master title style</a:t>
            </a:r>
            <a:endParaRPr lang="nl-BE"/>
          </a:p>
        </p:txBody>
      </p:sp>
      <p:sp>
        <p:nvSpPr>
          <p:cNvPr id="3" name="Tijdelijke aanduiding voor verticale tekst 2"/>
          <p:cNvSpPr>
            <a:spLocks noGrp="1"/>
          </p:cNvSpPr>
          <p:nvPr>
            <p:ph type="body" orient="vert" idx="1"/>
          </p:nvPr>
        </p:nvSpPr>
        <p:spPr>
          <a:xfrm>
            <a:off x="609601" y="274638"/>
            <a:ext cx="8009467" cy="58340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5"/>
          <p:cNvSpPr>
            <a:spLocks noGrp="1" noChangeArrowheads="1"/>
          </p:cNvSpPr>
          <p:nvPr>
            <p:ph type="sldNum" idx="10"/>
          </p:nvPr>
        </p:nvSpPr>
        <p:spPr>
          <a:ln/>
        </p:spPr>
        <p:txBody>
          <a:bodyPr/>
          <a:lstStyle>
            <a:lvl1pPr>
              <a:defRPr/>
            </a:lvl1pPr>
          </a:lstStyle>
          <a:p>
            <a:pPr>
              <a:defRPr/>
            </a:pPr>
            <a:fld id="{990AF903-745B-4EB2-836A-3F499B7DDBFD}" type="slidenum">
              <a:rPr lang="nl-BE" altLang="nl-BE"/>
              <a:pPr>
                <a:defRPr/>
              </a:pPr>
              <a:t>‹#›</a:t>
            </a:fld>
            <a:endParaRPr lang="nl-BE" altLang="nl-BE"/>
          </a:p>
        </p:txBody>
      </p:sp>
    </p:spTree>
    <p:extLst>
      <p:ext uri="{BB962C8B-B14F-4D97-AF65-F5344CB8AC3E}">
        <p14:creationId xmlns:p14="http://schemas.microsoft.com/office/powerpoint/2010/main" val="21037980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4500"/>
            </a:lvl1pPr>
          </a:lstStyle>
          <a:p>
            <a:r>
              <a:rPr lang="en-GB"/>
              <a:t>Click to edit Master title style</a:t>
            </a:r>
            <a:endParaRPr lang="nl-BE"/>
          </a:p>
        </p:txBody>
      </p:sp>
      <p:sp>
        <p:nvSpPr>
          <p:cNvPr id="3" name="Ondertitel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FD72E515-8304-4356-9DC6-772B939D1BEF}" type="slidenum">
              <a:rPr lang="nl-BE" altLang="nl-BE"/>
              <a:pPr>
                <a:defRPr/>
              </a:pPr>
              <a:t>‹#›</a:t>
            </a:fld>
            <a:endParaRPr lang="nl-BE" altLang="nl-BE"/>
          </a:p>
        </p:txBody>
      </p:sp>
    </p:spTree>
    <p:extLst>
      <p:ext uri="{BB962C8B-B14F-4D97-AF65-F5344CB8AC3E}">
        <p14:creationId xmlns:p14="http://schemas.microsoft.com/office/powerpoint/2010/main" val="6921753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CC1EF937-78B1-4796-9A63-119E23669A13}" type="slidenum">
              <a:rPr lang="nl-BE" altLang="nl-BE"/>
              <a:pPr>
                <a:defRPr/>
              </a:pPr>
              <a:t>‹#›</a:t>
            </a:fld>
            <a:endParaRPr lang="nl-BE" altLang="nl-BE"/>
          </a:p>
        </p:txBody>
      </p:sp>
    </p:spTree>
    <p:extLst>
      <p:ext uri="{BB962C8B-B14F-4D97-AF65-F5344CB8AC3E}">
        <p14:creationId xmlns:p14="http://schemas.microsoft.com/office/powerpoint/2010/main" val="21203007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1" y="1709741"/>
            <a:ext cx="10515600" cy="2852737"/>
          </a:xfrm>
        </p:spPr>
        <p:txBody>
          <a:bodyPr anchor="b"/>
          <a:lstStyle>
            <a:lvl1pPr>
              <a:defRPr sz="4500"/>
            </a:lvl1pPr>
          </a:lstStyle>
          <a:p>
            <a:r>
              <a:rPr lang="en-GB"/>
              <a:t>Click to edit Master title style</a:t>
            </a:r>
            <a:endParaRPr lang="nl-BE"/>
          </a:p>
        </p:txBody>
      </p:sp>
      <p:sp>
        <p:nvSpPr>
          <p:cNvPr id="3" name="Tijdelijke aanduiding voor tekst 2"/>
          <p:cNvSpPr>
            <a:spLocks noGrp="1"/>
          </p:cNvSpPr>
          <p:nvPr>
            <p:ph type="body" idx="1"/>
          </p:nvPr>
        </p:nvSpPr>
        <p:spPr>
          <a:xfrm>
            <a:off x="831851" y="4589466"/>
            <a:ext cx="105156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GB"/>
              <a:t>Click to edit Master text styles</a:t>
            </a:r>
          </a:p>
        </p:txBody>
      </p:sp>
      <p:sp>
        <p:nvSpPr>
          <p:cNvPr id="4" name="Rectangle 4"/>
          <p:cNvSpPr>
            <a:spLocks noGrp="1" noChangeArrowheads="1"/>
          </p:cNvSpPr>
          <p:nvPr>
            <p:ph type="sldNum" idx="10"/>
          </p:nvPr>
        </p:nvSpPr>
        <p:spPr>
          <a:ln/>
        </p:spPr>
        <p:txBody>
          <a:bodyPr/>
          <a:lstStyle>
            <a:lvl1pPr>
              <a:defRPr/>
            </a:lvl1pPr>
          </a:lstStyle>
          <a:p>
            <a:pPr>
              <a:defRPr/>
            </a:pPr>
            <a:fld id="{19C9EB20-DC8E-463F-A8F8-A2EAA3318D8C}" type="slidenum">
              <a:rPr lang="nl-BE" altLang="nl-BE"/>
              <a:pPr>
                <a:defRPr/>
              </a:pPr>
              <a:t>‹#›</a:t>
            </a:fld>
            <a:endParaRPr lang="nl-BE" altLang="nl-BE"/>
          </a:p>
        </p:txBody>
      </p:sp>
    </p:spTree>
    <p:extLst>
      <p:ext uri="{BB962C8B-B14F-4D97-AF65-F5344CB8AC3E}">
        <p14:creationId xmlns:p14="http://schemas.microsoft.com/office/powerpoint/2010/main" val="981332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sz="half" idx="1"/>
          </p:nvPr>
        </p:nvSpPr>
        <p:spPr>
          <a:xfrm>
            <a:off x="609602" y="1600200"/>
            <a:ext cx="5372100"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inhoud 3"/>
          <p:cNvSpPr>
            <a:spLocks noGrp="1"/>
          </p:cNvSpPr>
          <p:nvPr>
            <p:ph sz="half" idx="2"/>
          </p:nvPr>
        </p:nvSpPr>
        <p:spPr>
          <a:xfrm>
            <a:off x="6184902" y="1600200"/>
            <a:ext cx="5374217"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Rectangle 4"/>
          <p:cNvSpPr>
            <a:spLocks noGrp="1" noChangeArrowheads="1"/>
          </p:cNvSpPr>
          <p:nvPr>
            <p:ph type="sldNum" idx="10"/>
          </p:nvPr>
        </p:nvSpPr>
        <p:spPr>
          <a:ln/>
        </p:spPr>
        <p:txBody>
          <a:bodyPr/>
          <a:lstStyle>
            <a:lvl1pPr>
              <a:defRPr/>
            </a:lvl1pPr>
          </a:lstStyle>
          <a:p>
            <a:pPr>
              <a:defRPr/>
            </a:pPr>
            <a:fld id="{D69405CE-414D-45B7-AD4D-39509F88EDB6}" type="slidenum">
              <a:rPr lang="nl-BE" altLang="nl-BE"/>
              <a:pPr>
                <a:defRPr/>
              </a:pPr>
              <a:t>‹#›</a:t>
            </a:fld>
            <a:endParaRPr lang="nl-BE" altLang="nl-BE"/>
          </a:p>
        </p:txBody>
      </p:sp>
    </p:spTree>
    <p:extLst>
      <p:ext uri="{BB962C8B-B14F-4D97-AF65-F5344CB8AC3E}">
        <p14:creationId xmlns:p14="http://schemas.microsoft.com/office/powerpoint/2010/main" val="5844363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40317" y="365128"/>
            <a:ext cx="10515600" cy="1325563"/>
          </a:xfrm>
        </p:spPr>
        <p:txBody>
          <a:bodyPr/>
          <a:lstStyle/>
          <a:p>
            <a:r>
              <a:rPr lang="en-GB"/>
              <a:t>Click to edit Master title style</a:t>
            </a:r>
            <a:endParaRPr lang="nl-BE"/>
          </a:p>
        </p:txBody>
      </p:sp>
      <p:sp>
        <p:nvSpPr>
          <p:cNvPr id="3" name="Tijdelijke aanduiding voor tekst 2"/>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Tijdelijke aanduiding voor inhoud 3"/>
          <p:cNvSpPr>
            <a:spLocks noGrp="1"/>
          </p:cNvSpPr>
          <p:nvPr>
            <p:ph sz="half" idx="2"/>
          </p:nvPr>
        </p:nvSpPr>
        <p:spPr>
          <a:xfrm>
            <a:off x="840319"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ijdelijke aanduiding voor tekst 4"/>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Tijdelijke aanduiding voor inhoud 5"/>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7" name="Rectangle 4"/>
          <p:cNvSpPr>
            <a:spLocks noGrp="1" noChangeArrowheads="1"/>
          </p:cNvSpPr>
          <p:nvPr>
            <p:ph type="sldNum" idx="10"/>
          </p:nvPr>
        </p:nvSpPr>
        <p:spPr>
          <a:ln/>
        </p:spPr>
        <p:txBody>
          <a:bodyPr/>
          <a:lstStyle>
            <a:lvl1pPr>
              <a:defRPr/>
            </a:lvl1pPr>
          </a:lstStyle>
          <a:p>
            <a:pPr>
              <a:defRPr/>
            </a:pPr>
            <a:fld id="{94C4156D-E7B6-4234-B86A-F355AB993804}" type="slidenum">
              <a:rPr lang="nl-BE" altLang="nl-BE"/>
              <a:pPr>
                <a:defRPr/>
              </a:pPr>
              <a:t>‹#›</a:t>
            </a:fld>
            <a:endParaRPr lang="nl-BE" altLang="nl-BE"/>
          </a:p>
        </p:txBody>
      </p:sp>
    </p:spTree>
    <p:extLst>
      <p:ext uri="{BB962C8B-B14F-4D97-AF65-F5344CB8AC3E}">
        <p14:creationId xmlns:p14="http://schemas.microsoft.com/office/powerpoint/2010/main" val="41423152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Rectangle 4"/>
          <p:cNvSpPr>
            <a:spLocks noGrp="1" noChangeArrowheads="1"/>
          </p:cNvSpPr>
          <p:nvPr>
            <p:ph type="sldNum" idx="10"/>
          </p:nvPr>
        </p:nvSpPr>
        <p:spPr>
          <a:ln/>
        </p:spPr>
        <p:txBody>
          <a:bodyPr/>
          <a:lstStyle>
            <a:lvl1pPr>
              <a:defRPr/>
            </a:lvl1pPr>
          </a:lstStyle>
          <a:p>
            <a:pPr>
              <a:defRPr/>
            </a:pPr>
            <a:fld id="{795BE4A7-97B0-4077-BD0D-12CCED5F371C}" type="slidenum">
              <a:rPr lang="nl-BE" altLang="nl-BE"/>
              <a:pPr>
                <a:defRPr/>
              </a:pPr>
              <a:t>‹#›</a:t>
            </a:fld>
            <a:endParaRPr lang="nl-BE" altLang="nl-BE"/>
          </a:p>
        </p:txBody>
      </p:sp>
    </p:spTree>
    <p:extLst>
      <p:ext uri="{BB962C8B-B14F-4D97-AF65-F5344CB8AC3E}">
        <p14:creationId xmlns:p14="http://schemas.microsoft.com/office/powerpoint/2010/main" val="38759100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4"/>
          <p:cNvSpPr>
            <a:spLocks noGrp="1" noChangeArrowheads="1"/>
          </p:cNvSpPr>
          <p:nvPr>
            <p:ph type="sldNum" idx="10"/>
          </p:nvPr>
        </p:nvSpPr>
        <p:spPr>
          <a:ln/>
        </p:spPr>
        <p:txBody>
          <a:bodyPr/>
          <a:lstStyle>
            <a:lvl1pPr>
              <a:defRPr/>
            </a:lvl1pPr>
          </a:lstStyle>
          <a:p>
            <a:pPr>
              <a:defRPr/>
            </a:pPr>
            <a:fld id="{E260DA61-EA66-47F4-88FE-7A913F744149}" type="slidenum">
              <a:rPr lang="nl-BE" altLang="nl-BE"/>
              <a:pPr>
                <a:defRPr/>
              </a:pPr>
              <a:t>‹#›</a:t>
            </a:fld>
            <a:endParaRPr lang="nl-BE" altLang="nl-BE"/>
          </a:p>
        </p:txBody>
      </p:sp>
    </p:spTree>
    <p:extLst>
      <p:ext uri="{BB962C8B-B14F-4D97-AF65-F5344CB8AC3E}">
        <p14:creationId xmlns:p14="http://schemas.microsoft.com/office/powerpoint/2010/main" val="37608227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inhoud 2"/>
          <p:cNvSpPr>
            <a:spLocks noGrp="1"/>
          </p:cNvSpPr>
          <p:nvPr>
            <p:ph idx="1"/>
          </p:nvPr>
        </p:nvSpPr>
        <p:spPr>
          <a:xfrm>
            <a:off x="5183717"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4"/>
          <p:cNvSpPr>
            <a:spLocks noGrp="1" noChangeArrowheads="1"/>
          </p:cNvSpPr>
          <p:nvPr>
            <p:ph type="sldNum" idx="10"/>
          </p:nvPr>
        </p:nvSpPr>
        <p:spPr>
          <a:ln/>
        </p:spPr>
        <p:txBody>
          <a:bodyPr/>
          <a:lstStyle>
            <a:lvl1pPr>
              <a:defRPr/>
            </a:lvl1pPr>
          </a:lstStyle>
          <a:p>
            <a:pPr>
              <a:defRPr/>
            </a:pPr>
            <a:fld id="{888B37F6-B922-4E06-95C8-A983974F0E18}" type="slidenum">
              <a:rPr lang="nl-BE" altLang="nl-BE"/>
              <a:pPr>
                <a:defRPr/>
              </a:pPr>
              <a:t>‹#›</a:t>
            </a:fld>
            <a:endParaRPr lang="nl-BE" altLang="nl-BE"/>
          </a:p>
        </p:txBody>
      </p:sp>
    </p:spTree>
    <p:extLst>
      <p:ext uri="{BB962C8B-B14F-4D97-AF65-F5344CB8AC3E}">
        <p14:creationId xmlns:p14="http://schemas.microsoft.com/office/powerpoint/2010/main" val="28237080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afbeelding 2"/>
          <p:cNvSpPr>
            <a:spLocks noGrp="1"/>
          </p:cNvSpPr>
          <p:nvPr>
            <p:ph type="pic" idx="1"/>
          </p:nvPr>
        </p:nvSpPr>
        <p:spPr>
          <a:xfrm>
            <a:off x="5183717"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nl-BE" noProof="0"/>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4"/>
          <p:cNvSpPr>
            <a:spLocks noGrp="1" noChangeArrowheads="1"/>
          </p:cNvSpPr>
          <p:nvPr>
            <p:ph type="sldNum" idx="10"/>
          </p:nvPr>
        </p:nvSpPr>
        <p:spPr>
          <a:ln/>
        </p:spPr>
        <p:txBody>
          <a:bodyPr/>
          <a:lstStyle>
            <a:lvl1pPr>
              <a:defRPr/>
            </a:lvl1pPr>
          </a:lstStyle>
          <a:p>
            <a:pPr>
              <a:defRPr/>
            </a:pPr>
            <a:fld id="{E32106C9-6C8B-47C8-945C-D6423FA64FE2}" type="slidenum">
              <a:rPr lang="nl-BE" altLang="nl-BE"/>
              <a:pPr>
                <a:defRPr/>
              </a:pPr>
              <a:t>‹#›</a:t>
            </a:fld>
            <a:endParaRPr lang="nl-BE" altLang="nl-BE"/>
          </a:p>
        </p:txBody>
      </p:sp>
    </p:spTree>
    <p:extLst>
      <p:ext uri="{BB962C8B-B14F-4D97-AF65-F5344CB8AC3E}">
        <p14:creationId xmlns:p14="http://schemas.microsoft.com/office/powerpoint/2010/main" val="37516965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verticale tekst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546FE29B-A0C0-4CB5-A625-392C035C84D8}" type="slidenum">
              <a:rPr lang="nl-BE" altLang="nl-BE"/>
              <a:pPr>
                <a:defRPr/>
              </a:pPr>
              <a:t>‹#›</a:t>
            </a:fld>
            <a:endParaRPr lang="nl-BE" altLang="nl-BE"/>
          </a:p>
        </p:txBody>
      </p:sp>
    </p:spTree>
    <p:extLst>
      <p:ext uri="{BB962C8B-B14F-4D97-AF65-F5344CB8AC3E}">
        <p14:creationId xmlns:p14="http://schemas.microsoft.com/office/powerpoint/2010/main" val="6390529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22268" y="274638"/>
            <a:ext cx="2736851" cy="5834062"/>
          </a:xfrm>
        </p:spPr>
        <p:txBody>
          <a:bodyPr vert="eaVert"/>
          <a:lstStyle/>
          <a:p>
            <a:r>
              <a:rPr lang="en-GB"/>
              <a:t>Click to edit Master title style</a:t>
            </a:r>
            <a:endParaRPr lang="nl-BE"/>
          </a:p>
        </p:txBody>
      </p:sp>
      <p:sp>
        <p:nvSpPr>
          <p:cNvPr id="3" name="Tijdelijke aanduiding voor verticale tekst 2"/>
          <p:cNvSpPr>
            <a:spLocks noGrp="1"/>
          </p:cNvSpPr>
          <p:nvPr>
            <p:ph type="body" orient="vert" idx="1"/>
          </p:nvPr>
        </p:nvSpPr>
        <p:spPr>
          <a:xfrm>
            <a:off x="609601" y="274638"/>
            <a:ext cx="8009467" cy="58340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0D224C4F-D0A3-4BD6-9435-A8FBE14FD9E0}" type="slidenum">
              <a:rPr lang="nl-BE" altLang="nl-BE"/>
              <a:pPr>
                <a:defRPr/>
              </a:pPr>
              <a:t>‹#›</a:t>
            </a:fld>
            <a:endParaRPr lang="nl-BE" altLang="nl-BE"/>
          </a:p>
        </p:txBody>
      </p:sp>
    </p:spTree>
    <p:extLst>
      <p:ext uri="{BB962C8B-B14F-4D97-AF65-F5344CB8AC3E}">
        <p14:creationId xmlns:p14="http://schemas.microsoft.com/office/powerpoint/2010/main" val="39270787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4500"/>
            </a:lvl1pPr>
          </a:lstStyle>
          <a:p>
            <a:r>
              <a:rPr lang="en-GB"/>
              <a:t>Click to edit Master title style</a:t>
            </a:r>
            <a:endParaRPr lang="nl-BE"/>
          </a:p>
        </p:txBody>
      </p:sp>
      <p:sp>
        <p:nvSpPr>
          <p:cNvPr id="3" name="Ondertitel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7DE16C18-8F61-4245-BB9B-20F3B3F2B14B}" type="slidenum">
              <a:rPr lang="nl-BE" altLang="nl-BE"/>
              <a:pPr>
                <a:defRPr/>
              </a:pPr>
              <a:t>‹#›</a:t>
            </a:fld>
            <a:endParaRPr lang="nl-BE" altLang="nl-BE"/>
          </a:p>
        </p:txBody>
      </p:sp>
    </p:spTree>
    <p:extLst>
      <p:ext uri="{BB962C8B-B14F-4D97-AF65-F5344CB8AC3E}">
        <p14:creationId xmlns:p14="http://schemas.microsoft.com/office/powerpoint/2010/main" val="26780942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DDC0390C-EB92-4E15-981C-61BB035C0F81}" type="slidenum">
              <a:rPr lang="nl-BE" altLang="nl-BE"/>
              <a:pPr>
                <a:defRPr/>
              </a:pPr>
              <a:t>‹#›</a:t>
            </a:fld>
            <a:endParaRPr lang="nl-BE" altLang="nl-BE"/>
          </a:p>
        </p:txBody>
      </p:sp>
    </p:spTree>
    <p:extLst>
      <p:ext uri="{BB962C8B-B14F-4D97-AF65-F5344CB8AC3E}">
        <p14:creationId xmlns:p14="http://schemas.microsoft.com/office/powerpoint/2010/main" val="24215093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1" y="1709741"/>
            <a:ext cx="10515600" cy="2852737"/>
          </a:xfrm>
        </p:spPr>
        <p:txBody>
          <a:bodyPr anchor="b"/>
          <a:lstStyle>
            <a:lvl1pPr>
              <a:defRPr sz="4500"/>
            </a:lvl1pPr>
          </a:lstStyle>
          <a:p>
            <a:r>
              <a:rPr lang="en-GB"/>
              <a:t>Click to edit Master title style</a:t>
            </a:r>
            <a:endParaRPr lang="nl-BE"/>
          </a:p>
        </p:txBody>
      </p:sp>
      <p:sp>
        <p:nvSpPr>
          <p:cNvPr id="3" name="Tijdelijke aanduiding voor tekst 2"/>
          <p:cNvSpPr>
            <a:spLocks noGrp="1"/>
          </p:cNvSpPr>
          <p:nvPr>
            <p:ph type="body" idx="1"/>
          </p:nvPr>
        </p:nvSpPr>
        <p:spPr>
          <a:xfrm>
            <a:off x="831851" y="4589466"/>
            <a:ext cx="105156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GB"/>
              <a:t>Click to edit Master text styles</a:t>
            </a:r>
          </a:p>
        </p:txBody>
      </p:sp>
      <p:sp>
        <p:nvSpPr>
          <p:cNvPr id="4" name="Rectangle 4"/>
          <p:cNvSpPr>
            <a:spLocks noGrp="1" noChangeArrowheads="1"/>
          </p:cNvSpPr>
          <p:nvPr>
            <p:ph type="sldNum" idx="10"/>
          </p:nvPr>
        </p:nvSpPr>
        <p:spPr>
          <a:ln/>
        </p:spPr>
        <p:txBody>
          <a:bodyPr/>
          <a:lstStyle>
            <a:lvl1pPr>
              <a:defRPr/>
            </a:lvl1pPr>
          </a:lstStyle>
          <a:p>
            <a:pPr>
              <a:defRPr/>
            </a:pPr>
            <a:fld id="{7763B4AE-54EE-40EA-83A0-FB58D74D07DE}" type="slidenum">
              <a:rPr lang="nl-BE" altLang="nl-BE"/>
              <a:pPr>
                <a:defRPr/>
              </a:pPr>
              <a:t>‹#›</a:t>
            </a:fld>
            <a:endParaRPr lang="nl-BE" altLang="nl-BE"/>
          </a:p>
        </p:txBody>
      </p:sp>
    </p:spTree>
    <p:extLst>
      <p:ext uri="{BB962C8B-B14F-4D97-AF65-F5344CB8AC3E}">
        <p14:creationId xmlns:p14="http://schemas.microsoft.com/office/powerpoint/2010/main" val="37453878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sz="half" idx="1"/>
          </p:nvPr>
        </p:nvSpPr>
        <p:spPr>
          <a:xfrm>
            <a:off x="609602" y="1600200"/>
            <a:ext cx="5372100"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inhoud 3"/>
          <p:cNvSpPr>
            <a:spLocks noGrp="1"/>
          </p:cNvSpPr>
          <p:nvPr>
            <p:ph sz="half" idx="2"/>
          </p:nvPr>
        </p:nvSpPr>
        <p:spPr>
          <a:xfrm>
            <a:off x="6184902" y="1600200"/>
            <a:ext cx="5374217"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Rectangle 4"/>
          <p:cNvSpPr>
            <a:spLocks noGrp="1" noChangeArrowheads="1"/>
          </p:cNvSpPr>
          <p:nvPr>
            <p:ph type="sldNum" idx="10"/>
          </p:nvPr>
        </p:nvSpPr>
        <p:spPr>
          <a:ln/>
        </p:spPr>
        <p:txBody>
          <a:bodyPr/>
          <a:lstStyle>
            <a:lvl1pPr>
              <a:defRPr/>
            </a:lvl1pPr>
          </a:lstStyle>
          <a:p>
            <a:pPr>
              <a:defRPr/>
            </a:pPr>
            <a:fld id="{707D8B7E-6DA1-4162-A8EE-72FA2FC9E56D}" type="slidenum">
              <a:rPr lang="nl-BE" altLang="nl-BE"/>
              <a:pPr>
                <a:defRPr/>
              </a:pPr>
              <a:t>‹#›</a:t>
            </a:fld>
            <a:endParaRPr lang="nl-BE" altLang="nl-BE"/>
          </a:p>
        </p:txBody>
      </p:sp>
    </p:spTree>
    <p:extLst>
      <p:ext uri="{BB962C8B-B14F-4D97-AF65-F5344CB8AC3E}">
        <p14:creationId xmlns:p14="http://schemas.microsoft.com/office/powerpoint/2010/main" val="9455892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40317" y="365128"/>
            <a:ext cx="10515600" cy="1325563"/>
          </a:xfrm>
        </p:spPr>
        <p:txBody>
          <a:bodyPr/>
          <a:lstStyle/>
          <a:p>
            <a:r>
              <a:rPr lang="en-GB"/>
              <a:t>Click to edit Master title style</a:t>
            </a:r>
            <a:endParaRPr lang="nl-BE"/>
          </a:p>
        </p:txBody>
      </p:sp>
      <p:sp>
        <p:nvSpPr>
          <p:cNvPr id="3" name="Tijdelijke aanduiding voor tekst 2"/>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Tijdelijke aanduiding voor inhoud 3"/>
          <p:cNvSpPr>
            <a:spLocks noGrp="1"/>
          </p:cNvSpPr>
          <p:nvPr>
            <p:ph sz="half" idx="2"/>
          </p:nvPr>
        </p:nvSpPr>
        <p:spPr>
          <a:xfrm>
            <a:off x="840319"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ijdelijke aanduiding voor tekst 4"/>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Tijdelijke aanduiding voor inhoud 5"/>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7" name="Rectangle 4"/>
          <p:cNvSpPr>
            <a:spLocks noGrp="1" noChangeArrowheads="1"/>
          </p:cNvSpPr>
          <p:nvPr>
            <p:ph type="sldNum" idx="10"/>
          </p:nvPr>
        </p:nvSpPr>
        <p:spPr>
          <a:ln/>
        </p:spPr>
        <p:txBody>
          <a:bodyPr/>
          <a:lstStyle>
            <a:lvl1pPr>
              <a:defRPr/>
            </a:lvl1pPr>
          </a:lstStyle>
          <a:p>
            <a:pPr>
              <a:defRPr/>
            </a:pPr>
            <a:fld id="{C9CE4DCA-AE54-4C95-A522-2A3DBA706459}" type="slidenum">
              <a:rPr lang="nl-BE" altLang="nl-BE"/>
              <a:pPr>
                <a:defRPr/>
              </a:pPr>
              <a:t>‹#›</a:t>
            </a:fld>
            <a:endParaRPr lang="nl-BE" altLang="nl-BE"/>
          </a:p>
        </p:txBody>
      </p:sp>
    </p:spTree>
    <p:extLst>
      <p:ext uri="{BB962C8B-B14F-4D97-AF65-F5344CB8AC3E}">
        <p14:creationId xmlns:p14="http://schemas.microsoft.com/office/powerpoint/2010/main" val="5125631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Rectangle 4"/>
          <p:cNvSpPr>
            <a:spLocks noGrp="1" noChangeArrowheads="1"/>
          </p:cNvSpPr>
          <p:nvPr>
            <p:ph type="sldNum" idx="10"/>
          </p:nvPr>
        </p:nvSpPr>
        <p:spPr>
          <a:ln/>
        </p:spPr>
        <p:txBody>
          <a:bodyPr/>
          <a:lstStyle>
            <a:lvl1pPr>
              <a:defRPr/>
            </a:lvl1pPr>
          </a:lstStyle>
          <a:p>
            <a:pPr>
              <a:defRPr/>
            </a:pPr>
            <a:fld id="{C4384336-EF1C-4EE0-B119-36140A7A04A2}" type="slidenum">
              <a:rPr lang="nl-BE" altLang="nl-BE"/>
              <a:pPr>
                <a:defRPr/>
              </a:pPr>
              <a:t>‹#›</a:t>
            </a:fld>
            <a:endParaRPr lang="nl-BE" altLang="nl-BE"/>
          </a:p>
        </p:txBody>
      </p:sp>
    </p:spTree>
    <p:extLst>
      <p:ext uri="{BB962C8B-B14F-4D97-AF65-F5344CB8AC3E}">
        <p14:creationId xmlns:p14="http://schemas.microsoft.com/office/powerpoint/2010/main" val="369583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4"/>
          <p:cNvSpPr>
            <a:spLocks noGrp="1" noChangeArrowheads="1"/>
          </p:cNvSpPr>
          <p:nvPr>
            <p:ph type="sldNum" idx="10"/>
          </p:nvPr>
        </p:nvSpPr>
        <p:spPr>
          <a:ln/>
        </p:spPr>
        <p:txBody>
          <a:bodyPr/>
          <a:lstStyle>
            <a:lvl1pPr>
              <a:defRPr/>
            </a:lvl1pPr>
          </a:lstStyle>
          <a:p>
            <a:pPr>
              <a:defRPr/>
            </a:pPr>
            <a:fld id="{D2A8E5E0-A050-4821-AF4C-F693F75B6A9F}" type="slidenum">
              <a:rPr lang="nl-BE" altLang="nl-BE"/>
              <a:pPr>
                <a:defRPr/>
              </a:pPr>
              <a:t>‹#›</a:t>
            </a:fld>
            <a:endParaRPr lang="nl-BE" altLang="nl-BE"/>
          </a:p>
        </p:txBody>
      </p:sp>
    </p:spTree>
    <p:extLst>
      <p:ext uri="{BB962C8B-B14F-4D97-AF65-F5344CB8AC3E}">
        <p14:creationId xmlns:p14="http://schemas.microsoft.com/office/powerpoint/2010/main" val="28179126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inhoud 2"/>
          <p:cNvSpPr>
            <a:spLocks noGrp="1"/>
          </p:cNvSpPr>
          <p:nvPr>
            <p:ph idx="1"/>
          </p:nvPr>
        </p:nvSpPr>
        <p:spPr>
          <a:xfrm>
            <a:off x="5183717"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4"/>
          <p:cNvSpPr>
            <a:spLocks noGrp="1" noChangeArrowheads="1"/>
          </p:cNvSpPr>
          <p:nvPr>
            <p:ph type="sldNum" idx="10"/>
          </p:nvPr>
        </p:nvSpPr>
        <p:spPr>
          <a:ln/>
        </p:spPr>
        <p:txBody>
          <a:bodyPr/>
          <a:lstStyle>
            <a:lvl1pPr>
              <a:defRPr/>
            </a:lvl1pPr>
          </a:lstStyle>
          <a:p>
            <a:pPr>
              <a:defRPr/>
            </a:pPr>
            <a:fld id="{45F121C3-EE8F-4368-8DCF-C59F10EDC4A6}" type="slidenum">
              <a:rPr lang="nl-BE" altLang="nl-BE"/>
              <a:pPr>
                <a:defRPr/>
              </a:pPr>
              <a:t>‹#›</a:t>
            </a:fld>
            <a:endParaRPr lang="nl-BE" altLang="nl-BE"/>
          </a:p>
        </p:txBody>
      </p:sp>
    </p:spTree>
    <p:extLst>
      <p:ext uri="{BB962C8B-B14F-4D97-AF65-F5344CB8AC3E}">
        <p14:creationId xmlns:p14="http://schemas.microsoft.com/office/powerpoint/2010/main" val="8511665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afbeelding 2"/>
          <p:cNvSpPr>
            <a:spLocks noGrp="1"/>
          </p:cNvSpPr>
          <p:nvPr>
            <p:ph type="pic" idx="1"/>
          </p:nvPr>
        </p:nvSpPr>
        <p:spPr>
          <a:xfrm>
            <a:off x="5183717"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nl-BE" noProof="0"/>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4"/>
          <p:cNvSpPr>
            <a:spLocks noGrp="1" noChangeArrowheads="1"/>
          </p:cNvSpPr>
          <p:nvPr>
            <p:ph type="sldNum" idx="10"/>
          </p:nvPr>
        </p:nvSpPr>
        <p:spPr>
          <a:ln/>
        </p:spPr>
        <p:txBody>
          <a:bodyPr/>
          <a:lstStyle>
            <a:lvl1pPr>
              <a:defRPr/>
            </a:lvl1pPr>
          </a:lstStyle>
          <a:p>
            <a:pPr>
              <a:defRPr/>
            </a:pPr>
            <a:fld id="{063C9BB8-D5D0-416A-94E2-BC4AC2EADA63}" type="slidenum">
              <a:rPr lang="nl-BE" altLang="nl-BE"/>
              <a:pPr>
                <a:defRPr/>
              </a:pPr>
              <a:t>‹#›</a:t>
            </a:fld>
            <a:endParaRPr lang="nl-BE" altLang="nl-BE"/>
          </a:p>
        </p:txBody>
      </p:sp>
    </p:spTree>
    <p:extLst>
      <p:ext uri="{BB962C8B-B14F-4D97-AF65-F5344CB8AC3E}">
        <p14:creationId xmlns:p14="http://schemas.microsoft.com/office/powerpoint/2010/main" val="18846995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verticale tekst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E3766257-27B4-4E16-B924-A3F78CB2A65A}" type="slidenum">
              <a:rPr lang="nl-BE" altLang="nl-BE"/>
              <a:pPr>
                <a:defRPr/>
              </a:pPr>
              <a:t>‹#›</a:t>
            </a:fld>
            <a:endParaRPr lang="nl-BE" altLang="nl-BE"/>
          </a:p>
        </p:txBody>
      </p:sp>
    </p:spTree>
    <p:extLst>
      <p:ext uri="{BB962C8B-B14F-4D97-AF65-F5344CB8AC3E}">
        <p14:creationId xmlns:p14="http://schemas.microsoft.com/office/powerpoint/2010/main" val="26894792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22268" y="274638"/>
            <a:ext cx="2736851" cy="5834062"/>
          </a:xfrm>
        </p:spPr>
        <p:txBody>
          <a:bodyPr vert="eaVert"/>
          <a:lstStyle/>
          <a:p>
            <a:r>
              <a:rPr lang="en-GB"/>
              <a:t>Click to edit Master title style</a:t>
            </a:r>
            <a:endParaRPr lang="nl-BE"/>
          </a:p>
        </p:txBody>
      </p:sp>
      <p:sp>
        <p:nvSpPr>
          <p:cNvPr id="3" name="Tijdelijke aanduiding voor verticale tekst 2"/>
          <p:cNvSpPr>
            <a:spLocks noGrp="1"/>
          </p:cNvSpPr>
          <p:nvPr>
            <p:ph type="body" orient="vert" idx="1"/>
          </p:nvPr>
        </p:nvSpPr>
        <p:spPr>
          <a:xfrm>
            <a:off x="609601" y="274638"/>
            <a:ext cx="8009467" cy="58340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53B794E2-3265-4311-A581-A682AF09A951}" type="slidenum">
              <a:rPr lang="nl-BE" altLang="nl-BE"/>
              <a:pPr>
                <a:defRPr/>
              </a:pPr>
              <a:t>‹#›</a:t>
            </a:fld>
            <a:endParaRPr lang="nl-BE" altLang="nl-BE"/>
          </a:p>
        </p:txBody>
      </p:sp>
    </p:spTree>
    <p:extLst>
      <p:ext uri="{BB962C8B-B14F-4D97-AF65-F5344CB8AC3E}">
        <p14:creationId xmlns:p14="http://schemas.microsoft.com/office/powerpoint/2010/main" val="9986589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4500"/>
            </a:lvl1pPr>
          </a:lstStyle>
          <a:p>
            <a:r>
              <a:rPr lang="en-GB"/>
              <a:t>Click to edit Master title style</a:t>
            </a:r>
            <a:endParaRPr lang="nl-BE"/>
          </a:p>
        </p:txBody>
      </p:sp>
      <p:sp>
        <p:nvSpPr>
          <p:cNvPr id="3" name="Ondertitel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F02641C6-3362-44EB-9381-4DBBDB6394E8}" type="slidenum">
              <a:rPr lang="nl-BE" altLang="nl-BE"/>
              <a:pPr>
                <a:defRPr/>
              </a:pPr>
              <a:t>‹#›</a:t>
            </a:fld>
            <a:endParaRPr lang="nl-BE" altLang="nl-BE"/>
          </a:p>
        </p:txBody>
      </p:sp>
    </p:spTree>
    <p:extLst>
      <p:ext uri="{BB962C8B-B14F-4D97-AF65-F5344CB8AC3E}">
        <p14:creationId xmlns:p14="http://schemas.microsoft.com/office/powerpoint/2010/main" val="13940928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E6057F25-915E-45B6-8234-59F2DCE09FAB}" type="slidenum">
              <a:rPr lang="nl-BE" altLang="nl-BE"/>
              <a:pPr>
                <a:defRPr/>
              </a:pPr>
              <a:t>‹#›</a:t>
            </a:fld>
            <a:endParaRPr lang="nl-BE" altLang="nl-BE"/>
          </a:p>
        </p:txBody>
      </p:sp>
    </p:spTree>
    <p:extLst>
      <p:ext uri="{BB962C8B-B14F-4D97-AF65-F5344CB8AC3E}">
        <p14:creationId xmlns:p14="http://schemas.microsoft.com/office/powerpoint/2010/main" val="32146821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1" y="1709741"/>
            <a:ext cx="10515600" cy="2852737"/>
          </a:xfrm>
        </p:spPr>
        <p:txBody>
          <a:bodyPr anchor="b"/>
          <a:lstStyle>
            <a:lvl1pPr>
              <a:defRPr sz="4500"/>
            </a:lvl1pPr>
          </a:lstStyle>
          <a:p>
            <a:r>
              <a:rPr lang="en-GB"/>
              <a:t>Click to edit Master title style</a:t>
            </a:r>
            <a:endParaRPr lang="nl-BE"/>
          </a:p>
        </p:txBody>
      </p:sp>
      <p:sp>
        <p:nvSpPr>
          <p:cNvPr id="3" name="Tijdelijke aanduiding voor tekst 2"/>
          <p:cNvSpPr>
            <a:spLocks noGrp="1"/>
          </p:cNvSpPr>
          <p:nvPr>
            <p:ph type="body" idx="1"/>
          </p:nvPr>
        </p:nvSpPr>
        <p:spPr>
          <a:xfrm>
            <a:off x="831851" y="4589466"/>
            <a:ext cx="105156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GB"/>
              <a:t>Click to edit Master text styles</a:t>
            </a:r>
          </a:p>
        </p:txBody>
      </p:sp>
      <p:sp>
        <p:nvSpPr>
          <p:cNvPr id="4" name="Rectangle 4"/>
          <p:cNvSpPr>
            <a:spLocks noGrp="1" noChangeArrowheads="1"/>
          </p:cNvSpPr>
          <p:nvPr>
            <p:ph type="sldNum" idx="10"/>
          </p:nvPr>
        </p:nvSpPr>
        <p:spPr>
          <a:ln/>
        </p:spPr>
        <p:txBody>
          <a:bodyPr/>
          <a:lstStyle>
            <a:lvl1pPr>
              <a:defRPr/>
            </a:lvl1pPr>
          </a:lstStyle>
          <a:p>
            <a:pPr>
              <a:defRPr/>
            </a:pPr>
            <a:fld id="{CEF33ED5-006D-4EA6-BE6F-EE4DF844E25A}" type="slidenum">
              <a:rPr lang="nl-BE" altLang="nl-BE"/>
              <a:pPr>
                <a:defRPr/>
              </a:pPr>
              <a:t>‹#›</a:t>
            </a:fld>
            <a:endParaRPr lang="nl-BE" altLang="nl-BE"/>
          </a:p>
        </p:txBody>
      </p:sp>
    </p:spTree>
    <p:extLst>
      <p:ext uri="{BB962C8B-B14F-4D97-AF65-F5344CB8AC3E}">
        <p14:creationId xmlns:p14="http://schemas.microsoft.com/office/powerpoint/2010/main" val="3001372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sz="half" idx="1"/>
          </p:nvPr>
        </p:nvSpPr>
        <p:spPr>
          <a:xfrm>
            <a:off x="609602" y="1600200"/>
            <a:ext cx="5372100"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inhoud 3"/>
          <p:cNvSpPr>
            <a:spLocks noGrp="1"/>
          </p:cNvSpPr>
          <p:nvPr>
            <p:ph sz="half" idx="2"/>
          </p:nvPr>
        </p:nvSpPr>
        <p:spPr>
          <a:xfrm>
            <a:off x="6184902" y="1600200"/>
            <a:ext cx="5374217"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Rectangle 4"/>
          <p:cNvSpPr>
            <a:spLocks noGrp="1" noChangeArrowheads="1"/>
          </p:cNvSpPr>
          <p:nvPr>
            <p:ph type="sldNum" idx="10"/>
          </p:nvPr>
        </p:nvSpPr>
        <p:spPr>
          <a:ln/>
        </p:spPr>
        <p:txBody>
          <a:bodyPr/>
          <a:lstStyle>
            <a:lvl1pPr>
              <a:defRPr/>
            </a:lvl1pPr>
          </a:lstStyle>
          <a:p>
            <a:pPr>
              <a:defRPr/>
            </a:pPr>
            <a:fld id="{03A10D2F-813B-4459-B1E4-E2077AAEDC2C}" type="slidenum">
              <a:rPr lang="nl-BE" altLang="nl-BE"/>
              <a:pPr>
                <a:defRPr/>
              </a:pPr>
              <a:t>‹#›</a:t>
            </a:fld>
            <a:endParaRPr lang="nl-BE" altLang="nl-BE"/>
          </a:p>
        </p:txBody>
      </p:sp>
    </p:spTree>
    <p:extLst>
      <p:ext uri="{BB962C8B-B14F-4D97-AF65-F5344CB8AC3E}">
        <p14:creationId xmlns:p14="http://schemas.microsoft.com/office/powerpoint/2010/main" val="7184307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40317" y="365128"/>
            <a:ext cx="10515600" cy="1325563"/>
          </a:xfrm>
        </p:spPr>
        <p:txBody>
          <a:bodyPr/>
          <a:lstStyle/>
          <a:p>
            <a:r>
              <a:rPr lang="en-GB"/>
              <a:t>Click to edit Master title style</a:t>
            </a:r>
            <a:endParaRPr lang="nl-BE"/>
          </a:p>
        </p:txBody>
      </p:sp>
      <p:sp>
        <p:nvSpPr>
          <p:cNvPr id="3" name="Tijdelijke aanduiding voor tekst 2"/>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Tijdelijke aanduiding voor inhoud 3"/>
          <p:cNvSpPr>
            <a:spLocks noGrp="1"/>
          </p:cNvSpPr>
          <p:nvPr>
            <p:ph sz="half" idx="2"/>
          </p:nvPr>
        </p:nvSpPr>
        <p:spPr>
          <a:xfrm>
            <a:off x="840319"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ijdelijke aanduiding voor tekst 4"/>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Tijdelijke aanduiding voor inhoud 5"/>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7" name="Rectangle 4"/>
          <p:cNvSpPr>
            <a:spLocks noGrp="1" noChangeArrowheads="1"/>
          </p:cNvSpPr>
          <p:nvPr>
            <p:ph type="sldNum" idx="10"/>
          </p:nvPr>
        </p:nvSpPr>
        <p:spPr>
          <a:ln/>
        </p:spPr>
        <p:txBody>
          <a:bodyPr/>
          <a:lstStyle>
            <a:lvl1pPr>
              <a:defRPr/>
            </a:lvl1pPr>
          </a:lstStyle>
          <a:p>
            <a:pPr>
              <a:defRPr/>
            </a:pPr>
            <a:fld id="{B0CA6CF8-CD5B-44F8-8A56-5EBF8D7EED4B}" type="slidenum">
              <a:rPr lang="nl-BE" altLang="nl-BE"/>
              <a:pPr>
                <a:defRPr/>
              </a:pPr>
              <a:t>‹#›</a:t>
            </a:fld>
            <a:endParaRPr lang="nl-BE" altLang="nl-BE"/>
          </a:p>
        </p:txBody>
      </p:sp>
    </p:spTree>
    <p:extLst>
      <p:ext uri="{BB962C8B-B14F-4D97-AF65-F5344CB8AC3E}">
        <p14:creationId xmlns:p14="http://schemas.microsoft.com/office/powerpoint/2010/main" val="29371473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Rectangle 4"/>
          <p:cNvSpPr>
            <a:spLocks noGrp="1" noChangeArrowheads="1"/>
          </p:cNvSpPr>
          <p:nvPr>
            <p:ph type="sldNum" idx="10"/>
          </p:nvPr>
        </p:nvSpPr>
        <p:spPr>
          <a:ln/>
        </p:spPr>
        <p:txBody>
          <a:bodyPr/>
          <a:lstStyle>
            <a:lvl1pPr>
              <a:defRPr/>
            </a:lvl1pPr>
          </a:lstStyle>
          <a:p>
            <a:pPr>
              <a:defRPr/>
            </a:pPr>
            <a:fld id="{4896F3ED-8A3A-4876-91D0-2C3DB6ADF9FB}" type="slidenum">
              <a:rPr lang="nl-BE" altLang="nl-BE"/>
              <a:pPr>
                <a:defRPr/>
              </a:pPr>
              <a:t>‹#›</a:t>
            </a:fld>
            <a:endParaRPr lang="nl-BE" altLang="nl-BE"/>
          </a:p>
        </p:txBody>
      </p:sp>
    </p:spTree>
    <p:extLst>
      <p:ext uri="{BB962C8B-B14F-4D97-AF65-F5344CB8AC3E}">
        <p14:creationId xmlns:p14="http://schemas.microsoft.com/office/powerpoint/2010/main" val="26744013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4"/>
          <p:cNvSpPr>
            <a:spLocks noGrp="1" noChangeArrowheads="1"/>
          </p:cNvSpPr>
          <p:nvPr>
            <p:ph type="sldNum" idx="10"/>
          </p:nvPr>
        </p:nvSpPr>
        <p:spPr>
          <a:ln/>
        </p:spPr>
        <p:txBody>
          <a:bodyPr/>
          <a:lstStyle>
            <a:lvl1pPr>
              <a:defRPr/>
            </a:lvl1pPr>
          </a:lstStyle>
          <a:p>
            <a:pPr>
              <a:defRPr/>
            </a:pPr>
            <a:fld id="{D727CCF4-9B48-4A6B-90AD-BA346BBABFBA}" type="slidenum">
              <a:rPr lang="nl-BE" altLang="nl-BE"/>
              <a:pPr>
                <a:defRPr/>
              </a:pPr>
              <a:t>‹#›</a:t>
            </a:fld>
            <a:endParaRPr lang="nl-BE" altLang="nl-BE"/>
          </a:p>
        </p:txBody>
      </p:sp>
    </p:spTree>
    <p:extLst>
      <p:ext uri="{BB962C8B-B14F-4D97-AF65-F5344CB8AC3E}">
        <p14:creationId xmlns:p14="http://schemas.microsoft.com/office/powerpoint/2010/main" val="12530114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inhoud 2"/>
          <p:cNvSpPr>
            <a:spLocks noGrp="1"/>
          </p:cNvSpPr>
          <p:nvPr>
            <p:ph idx="1"/>
          </p:nvPr>
        </p:nvSpPr>
        <p:spPr>
          <a:xfrm>
            <a:off x="5183717"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4"/>
          <p:cNvSpPr>
            <a:spLocks noGrp="1" noChangeArrowheads="1"/>
          </p:cNvSpPr>
          <p:nvPr>
            <p:ph type="sldNum" idx="10"/>
          </p:nvPr>
        </p:nvSpPr>
        <p:spPr>
          <a:ln/>
        </p:spPr>
        <p:txBody>
          <a:bodyPr/>
          <a:lstStyle>
            <a:lvl1pPr>
              <a:defRPr/>
            </a:lvl1pPr>
          </a:lstStyle>
          <a:p>
            <a:pPr>
              <a:defRPr/>
            </a:pPr>
            <a:fld id="{30664CDA-E6A1-4A09-BCD1-62C6ADD3004C}" type="slidenum">
              <a:rPr lang="nl-BE" altLang="nl-BE"/>
              <a:pPr>
                <a:defRPr/>
              </a:pPr>
              <a:t>‹#›</a:t>
            </a:fld>
            <a:endParaRPr lang="nl-BE" altLang="nl-BE"/>
          </a:p>
        </p:txBody>
      </p:sp>
    </p:spTree>
    <p:extLst>
      <p:ext uri="{BB962C8B-B14F-4D97-AF65-F5344CB8AC3E}">
        <p14:creationId xmlns:p14="http://schemas.microsoft.com/office/powerpoint/2010/main" val="38781554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afbeelding 2"/>
          <p:cNvSpPr>
            <a:spLocks noGrp="1"/>
          </p:cNvSpPr>
          <p:nvPr>
            <p:ph type="pic" idx="1"/>
          </p:nvPr>
        </p:nvSpPr>
        <p:spPr>
          <a:xfrm>
            <a:off x="5183717"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nl-BE" noProof="0"/>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4"/>
          <p:cNvSpPr>
            <a:spLocks noGrp="1" noChangeArrowheads="1"/>
          </p:cNvSpPr>
          <p:nvPr>
            <p:ph type="sldNum" idx="10"/>
          </p:nvPr>
        </p:nvSpPr>
        <p:spPr>
          <a:ln/>
        </p:spPr>
        <p:txBody>
          <a:bodyPr/>
          <a:lstStyle>
            <a:lvl1pPr>
              <a:defRPr/>
            </a:lvl1pPr>
          </a:lstStyle>
          <a:p>
            <a:pPr>
              <a:defRPr/>
            </a:pPr>
            <a:fld id="{F47FF925-BC6E-427A-85D8-B29A85A9A85E}" type="slidenum">
              <a:rPr lang="nl-BE" altLang="nl-BE"/>
              <a:pPr>
                <a:defRPr/>
              </a:pPr>
              <a:t>‹#›</a:t>
            </a:fld>
            <a:endParaRPr lang="nl-BE" altLang="nl-BE"/>
          </a:p>
        </p:txBody>
      </p:sp>
    </p:spTree>
    <p:extLst>
      <p:ext uri="{BB962C8B-B14F-4D97-AF65-F5344CB8AC3E}">
        <p14:creationId xmlns:p14="http://schemas.microsoft.com/office/powerpoint/2010/main" val="23813512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verticale tekst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CBD4A3F0-434A-4985-AA5A-0F6BFF828096}" type="slidenum">
              <a:rPr lang="nl-BE" altLang="nl-BE"/>
              <a:pPr>
                <a:defRPr/>
              </a:pPr>
              <a:t>‹#›</a:t>
            </a:fld>
            <a:endParaRPr lang="nl-BE" altLang="nl-BE"/>
          </a:p>
        </p:txBody>
      </p:sp>
    </p:spTree>
    <p:extLst>
      <p:ext uri="{BB962C8B-B14F-4D97-AF65-F5344CB8AC3E}">
        <p14:creationId xmlns:p14="http://schemas.microsoft.com/office/powerpoint/2010/main" val="34832369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22268" y="274638"/>
            <a:ext cx="2736851" cy="5834062"/>
          </a:xfrm>
        </p:spPr>
        <p:txBody>
          <a:bodyPr vert="eaVert"/>
          <a:lstStyle/>
          <a:p>
            <a:r>
              <a:rPr lang="en-GB"/>
              <a:t>Click to edit Master title style</a:t>
            </a:r>
            <a:endParaRPr lang="nl-BE"/>
          </a:p>
        </p:txBody>
      </p:sp>
      <p:sp>
        <p:nvSpPr>
          <p:cNvPr id="3" name="Tijdelijke aanduiding voor verticale tekst 2"/>
          <p:cNvSpPr>
            <a:spLocks noGrp="1"/>
          </p:cNvSpPr>
          <p:nvPr>
            <p:ph type="body" orient="vert" idx="1"/>
          </p:nvPr>
        </p:nvSpPr>
        <p:spPr>
          <a:xfrm>
            <a:off x="609601" y="274638"/>
            <a:ext cx="8009467" cy="58340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C7DE57BB-89F5-4799-BECC-B082A3F676B0}" type="slidenum">
              <a:rPr lang="nl-BE" altLang="nl-BE"/>
              <a:pPr>
                <a:defRPr/>
              </a:pPr>
              <a:t>‹#›</a:t>
            </a:fld>
            <a:endParaRPr lang="nl-BE" altLang="nl-BE"/>
          </a:p>
        </p:txBody>
      </p:sp>
    </p:spTree>
    <p:extLst>
      <p:ext uri="{BB962C8B-B14F-4D97-AF65-F5344CB8AC3E}">
        <p14:creationId xmlns:p14="http://schemas.microsoft.com/office/powerpoint/2010/main" val="26388338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4500"/>
            </a:lvl1pPr>
          </a:lstStyle>
          <a:p>
            <a:r>
              <a:rPr lang="en-GB"/>
              <a:t>Click to edit Master title style</a:t>
            </a:r>
            <a:endParaRPr lang="nl-BE"/>
          </a:p>
        </p:txBody>
      </p:sp>
      <p:sp>
        <p:nvSpPr>
          <p:cNvPr id="3" name="Ondertitel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199A4BDA-D549-42C7-80F6-0DC141078FC4}" type="slidenum">
              <a:rPr lang="nl-BE" altLang="nl-BE"/>
              <a:pPr>
                <a:defRPr/>
              </a:pPr>
              <a:t>‹#›</a:t>
            </a:fld>
            <a:endParaRPr lang="nl-BE" altLang="nl-BE"/>
          </a:p>
        </p:txBody>
      </p:sp>
    </p:spTree>
    <p:extLst>
      <p:ext uri="{BB962C8B-B14F-4D97-AF65-F5344CB8AC3E}">
        <p14:creationId xmlns:p14="http://schemas.microsoft.com/office/powerpoint/2010/main" val="5916683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8758ADC5-0EF9-4F1B-85C8-BBF365A258B4}" type="slidenum">
              <a:rPr lang="nl-BE" altLang="nl-BE"/>
              <a:pPr>
                <a:defRPr/>
              </a:pPr>
              <a:t>‹#›</a:t>
            </a:fld>
            <a:endParaRPr lang="nl-BE" altLang="nl-BE"/>
          </a:p>
        </p:txBody>
      </p:sp>
    </p:spTree>
    <p:extLst>
      <p:ext uri="{BB962C8B-B14F-4D97-AF65-F5344CB8AC3E}">
        <p14:creationId xmlns:p14="http://schemas.microsoft.com/office/powerpoint/2010/main" val="10572718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1" y="1709741"/>
            <a:ext cx="10515600" cy="2852737"/>
          </a:xfrm>
        </p:spPr>
        <p:txBody>
          <a:bodyPr anchor="b"/>
          <a:lstStyle>
            <a:lvl1pPr>
              <a:defRPr sz="4500"/>
            </a:lvl1pPr>
          </a:lstStyle>
          <a:p>
            <a:r>
              <a:rPr lang="en-GB"/>
              <a:t>Click to edit Master title style</a:t>
            </a:r>
            <a:endParaRPr lang="nl-BE"/>
          </a:p>
        </p:txBody>
      </p:sp>
      <p:sp>
        <p:nvSpPr>
          <p:cNvPr id="3" name="Tijdelijke aanduiding voor tekst 2"/>
          <p:cNvSpPr>
            <a:spLocks noGrp="1"/>
          </p:cNvSpPr>
          <p:nvPr>
            <p:ph type="body" idx="1"/>
          </p:nvPr>
        </p:nvSpPr>
        <p:spPr>
          <a:xfrm>
            <a:off x="831851" y="4589466"/>
            <a:ext cx="105156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GB"/>
              <a:t>Click to edit Master text styles</a:t>
            </a:r>
          </a:p>
        </p:txBody>
      </p:sp>
      <p:sp>
        <p:nvSpPr>
          <p:cNvPr id="4" name="Rectangle 4"/>
          <p:cNvSpPr>
            <a:spLocks noGrp="1" noChangeArrowheads="1"/>
          </p:cNvSpPr>
          <p:nvPr>
            <p:ph type="sldNum" idx="10"/>
          </p:nvPr>
        </p:nvSpPr>
        <p:spPr>
          <a:ln/>
        </p:spPr>
        <p:txBody>
          <a:bodyPr/>
          <a:lstStyle>
            <a:lvl1pPr>
              <a:defRPr/>
            </a:lvl1pPr>
          </a:lstStyle>
          <a:p>
            <a:pPr>
              <a:defRPr/>
            </a:pPr>
            <a:fld id="{C6B8B40A-62CC-47B0-AD1E-12D3D3AC8529}" type="slidenum">
              <a:rPr lang="nl-BE" altLang="nl-BE"/>
              <a:pPr>
                <a:defRPr/>
              </a:pPr>
              <a:t>‹#›</a:t>
            </a:fld>
            <a:endParaRPr lang="nl-BE" altLang="nl-BE"/>
          </a:p>
        </p:txBody>
      </p:sp>
    </p:spTree>
    <p:extLst>
      <p:ext uri="{BB962C8B-B14F-4D97-AF65-F5344CB8AC3E}">
        <p14:creationId xmlns:p14="http://schemas.microsoft.com/office/powerpoint/2010/main" val="29532657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sz="half" idx="1"/>
          </p:nvPr>
        </p:nvSpPr>
        <p:spPr>
          <a:xfrm>
            <a:off x="609602" y="1600200"/>
            <a:ext cx="5372100"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inhoud 3"/>
          <p:cNvSpPr>
            <a:spLocks noGrp="1"/>
          </p:cNvSpPr>
          <p:nvPr>
            <p:ph sz="half" idx="2"/>
          </p:nvPr>
        </p:nvSpPr>
        <p:spPr>
          <a:xfrm>
            <a:off x="6184902" y="1600200"/>
            <a:ext cx="5374217"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Rectangle 4"/>
          <p:cNvSpPr>
            <a:spLocks noGrp="1" noChangeArrowheads="1"/>
          </p:cNvSpPr>
          <p:nvPr>
            <p:ph type="sldNum" idx="10"/>
          </p:nvPr>
        </p:nvSpPr>
        <p:spPr>
          <a:ln/>
        </p:spPr>
        <p:txBody>
          <a:bodyPr/>
          <a:lstStyle>
            <a:lvl1pPr>
              <a:defRPr/>
            </a:lvl1pPr>
          </a:lstStyle>
          <a:p>
            <a:pPr>
              <a:defRPr/>
            </a:pPr>
            <a:fld id="{FBA149D2-0AA2-4770-95CB-F1FC1A49D1F1}" type="slidenum">
              <a:rPr lang="nl-BE" altLang="nl-BE"/>
              <a:pPr>
                <a:defRPr/>
              </a:pPr>
              <a:t>‹#›</a:t>
            </a:fld>
            <a:endParaRPr lang="nl-BE" altLang="nl-BE"/>
          </a:p>
        </p:txBody>
      </p:sp>
    </p:spTree>
    <p:extLst>
      <p:ext uri="{BB962C8B-B14F-4D97-AF65-F5344CB8AC3E}">
        <p14:creationId xmlns:p14="http://schemas.microsoft.com/office/powerpoint/2010/main" val="1959682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40317" y="365128"/>
            <a:ext cx="10515600" cy="1325563"/>
          </a:xfrm>
        </p:spPr>
        <p:txBody>
          <a:bodyPr/>
          <a:lstStyle/>
          <a:p>
            <a:r>
              <a:rPr lang="en-GB"/>
              <a:t>Click to edit Master title style</a:t>
            </a:r>
            <a:endParaRPr lang="nl-BE"/>
          </a:p>
        </p:txBody>
      </p:sp>
      <p:sp>
        <p:nvSpPr>
          <p:cNvPr id="3" name="Tijdelijke aanduiding voor tekst 2"/>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Tijdelijke aanduiding voor inhoud 3"/>
          <p:cNvSpPr>
            <a:spLocks noGrp="1"/>
          </p:cNvSpPr>
          <p:nvPr>
            <p:ph sz="half" idx="2"/>
          </p:nvPr>
        </p:nvSpPr>
        <p:spPr>
          <a:xfrm>
            <a:off x="840319"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ijdelijke aanduiding voor tekst 4"/>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Tijdelijke aanduiding voor inhoud 5"/>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7" name="Rectangle 4"/>
          <p:cNvSpPr>
            <a:spLocks noGrp="1" noChangeArrowheads="1"/>
          </p:cNvSpPr>
          <p:nvPr>
            <p:ph type="sldNum" idx="10"/>
          </p:nvPr>
        </p:nvSpPr>
        <p:spPr>
          <a:ln/>
        </p:spPr>
        <p:txBody>
          <a:bodyPr/>
          <a:lstStyle>
            <a:lvl1pPr>
              <a:defRPr/>
            </a:lvl1pPr>
          </a:lstStyle>
          <a:p>
            <a:pPr>
              <a:defRPr/>
            </a:pPr>
            <a:fld id="{C0B5ED45-DC7B-45DC-BD67-17E06A071323}" type="slidenum">
              <a:rPr lang="nl-BE" altLang="nl-BE"/>
              <a:pPr>
                <a:defRPr/>
              </a:pPr>
              <a:t>‹#›</a:t>
            </a:fld>
            <a:endParaRPr lang="nl-BE" altLang="nl-BE"/>
          </a:p>
        </p:txBody>
      </p:sp>
    </p:spTree>
    <p:extLst>
      <p:ext uri="{BB962C8B-B14F-4D97-AF65-F5344CB8AC3E}">
        <p14:creationId xmlns:p14="http://schemas.microsoft.com/office/powerpoint/2010/main" val="37994286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Rectangle 4"/>
          <p:cNvSpPr>
            <a:spLocks noGrp="1" noChangeArrowheads="1"/>
          </p:cNvSpPr>
          <p:nvPr>
            <p:ph type="sldNum" idx="10"/>
          </p:nvPr>
        </p:nvSpPr>
        <p:spPr>
          <a:ln/>
        </p:spPr>
        <p:txBody>
          <a:bodyPr/>
          <a:lstStyle>
            <a:lvl1pPr>
              <a:defRPr/>
            </a:lvl1pPr>
          </a:lstStyle>
          <a:p>
            <a:pPr>
              <a:defRPr/>
            </a:pPr>
            <a:fld id="{26F03784-E1F1-4337-89E9-AB9AE17CA4DD}" type="slidenum">
              <a:rPr lang="nl-BE" altLang="nl-BE"/>
              <a:pPr>
                <a:defRPr/>
              </a:pPr>
              <a:t>‹#›</a:t>
            </a:fld>
            <a:endParaRPr lang="nl-BE" altLang="nl-BE"/>
          </a:p>
        </p:txBody>
      </p:sp>
    </p:spTree>
    <p:extLst>
      <p:ext uri="{BB962C8B-B14F-4D97-AF65-F5344CB8AC3E}">
        <p14:creationId xmlns:p14="http://schemas.microsoft.com/office/powerpoint/2010/main" val="32931239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4"/>
          <p:cNvSpPr>
            <a:spLocks noGrp="1" noChangeArrowheads="1"/>
          </p:cNvSpPr>
          <p:nvPr>
            <p:ph type="sldNum" idx="10"/>
          </p:nvPr>
        </p:nvSpPr>
        <p:spPr>
          <a:ln/>
        </p:spPr>
        <p:txBody>
          <a:bodyPr/>
          <a:lstStyle>
            <a:lvl1pPr>
              <a:defRPr/>
            </a:lvl1pPr>
          </a:lstStyle>
          <a:p>
            <a:pPr>
              <a:defRPr/>
            </a:pPr>
            <a:fld id="{27C80B63-908B-48CD-A961-CFC44FD541B4}" type="slidenum">
              <a:rPr lang="nl-BE" altLang="nl-BE"/>
              <a:pPr>
                <a:defRPr/>
              </a:pPr>
              <a:t>‹#›</a:t>
            </a:fld>
            <a:endParaRPr lang="nl-BE" altLang="nl-BE"/>
          </a:p>
        </p:txBody>
      </p:sp>
    </p:spTree>
    <p:extLst>
      <p:ext uri="{BB962C8B-B14F-4D97-AF65-F5344CB8AC3E}">
        <p14:creationId xmlns:p14="http://schemas.microsoft.com/office/powerpoint/2010/main" val="25234681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inhoud 2"/>
          <p:cNvSpPr>
            <a:spLocks noGrp="1"/>
          </p:cNvSpPr>
          <p:nvPr>
            <p:ph idx="1"/>
          </p:nvPr>
        </p:nvSpPr>
        <p:spPr>
          <a:xfrm>
            <a:off x="5183717"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4"/>
          <p:cNvSpPr>
            <a:spLocks noGrp="1" noChangeArrowheads="1"/>
          </p:cNvSpPr>
          <p:nvPr>
            <p:ph type="sldNum" idx="10"/>
          </p:nvPr>
        </p:nvSpPr>
        <p:spPr>
          <a:ln/>
        </p:spPr>
        <p:txBody>
          <a:bodyPr/>
          <a:lstStyle>
            <a:lvl1pPr>
              <a:defRPr/>
            </a:lvl1pPr>
          </a:lstStyle>
          <a:p>
            <a:pPr>
              <a:defRPr/>
            </a:pPr>
            <a:fld id="{8411C226-502D-42C1-98E4-DABF5D7FACDA}" type="slidenum">
              <a:rPr lang="nl-BE" altLang="nl-BE"/>
              <a:pPr>
                <a:defRPr/>
              </a:pPr>
              <a:t>‹#›</a:t>
            </a:fld>
            <a:endParaRPr lang="nl-BE" altLang="nl-BE"/>
          </a:p>
        </p:txBody>
      </p:sp>
    </p:spTree>
    <p:extLst>
      <p:ext uri="{BB962C8B-B14F-4D97-AF65-F5344CB8AC3E}">
        <p14:creationId xmlns:p14="http://schemas.microsoft.com/office/powerpoint/2010/main" val="38948178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afbeelding 2"/>
          <p:cNvSpPr>
            <a:spLocks noGrp="1"/>
          </p:cNvSpPr>
          <p:nvPr>
            <p:ph type="pic" idx="1"/>
          </p:nvPr>
        </p:nvSpPr>
        <p:spPr>
          <a:xfrm>
            <a:off x="5183717"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nl-BE" noProof="0"/>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4"/>
          <p:cNvSpPr>
            <a:spLocks noGrp="1" noChangeArrowheads="1"/>
          </p:cNvSpPr>
          <p:nvPr>
            <p:ph type="sldNum" idx="10"/>
          </p:nvPr>
        </p:nvSpPr>
        <p:spPr>
          <a:ln/>
        </p:spPr>
        <p:txBody>
          <a:bodyPr/>
          <a:lstStyle>
            <a:lvl1pPr>
              <a:defRPr/>
            </a:lvl1pPr>
          </a:lstStyle>
          <a:p>
            <a:pPr>
              <a:defRPr/>
            </a:pPr>
            <a:fld id="{5C452FA0-3B8F-4365-8E4B-4CE51EE25595}" type="slidenum">
              <a:rPr lang="nl-BE" altLang="nl-BE"/>
              <a:pPr>
                <a:defRPr/>
              </a:pPr>
              <a:t>‹#›</a:t>
            </a:fld>
            <a:endParaRPr lang="nl-BE" altLang="nl-BE"/>
          </a:p>
        </p:txBody>
      </p:sp>
    </p:spTree>
    <p:extLst>
      <p:ext uri="{BB962C8B-B14F-4D97-AF65-F5344CB8AC3E}">
        <p14:creationId xmlns:p14="http://schemas.microsoft.com/office/powerpoint/2010/main" val="403441840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verticale tekst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5AB25FE1-E3A1-48FC-8FA5-5541F304D7D4}" type="slidenum">
              <a:rPr lang="nl-BE" altLang="nl-BE"/>
              <a:pPr>
                <a:defRPr/>
              </a:pPr>
              <a:t>‹#›</a:t>
            </a:fld>
            <a:endParaRPr lang="nl-BE" altLang="nl-BE"/>
          </a:p>
        </p:txBody>
      </p:sp>
    </p:spTree>
    <p:extLst>
      <p:ext uri="{BB962C8B-B14F-4D97-AF65-F5344CB8AC3E}">
        <p14:creationId xmlns:p14="http://schemas.microsoft.com/office/powerpoint/2010/main" val="400313543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22268" y="274638"/>
            <a:ext cx="2736851" cy="5834062"/>
          </a:xfrm>
        </p:spPr>
        <p:txBody>
          <a:bodyPr vert="eaVert"/>
          <a:lstStyle/>
          <a:p>
            <a:r>
              <a:rPr lang="en-GB"/>
              <a:t>Click to edit Master title style</a:t>
            </a:r>
            <a:endParaRPr lang="nl-BE"/>
          </a:p>
        </p:txBody>
      </p:sp>
      <p:sp>
        <p:nvSpPr>
          <p:cNvPr id="3" name="Tijdelijke aanduiding voor verticale tekst 2"/>
          <p:cNvSpPr>
            <a:spLocks noGrp="1"/>
          </p:cNvSpPr>
          <p:nvPr>
            <p:ph type="body" orient="vert" idx="1"/>
          </p:nvPr>
        </p:nvSpPr>
        <p:spPr>
          <a:xfrm>
            <a:off x="609601" y="274638"/>
            <a:ext cx="8009467" cy="58340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4"/>
          <p:cNvSpPr>
            <a:spLocks noGrp="1" noChangeArrowheads="1"/>
          </p:cNvSpPr>
          <p:nvPr>
            <p:ph type="sldNum" idx="10"/>
          </p:nvPr>
        </p:nvSpPr>
        <p:spPr>
          <a:ln/>
        </p:spPr>
        <p:txBody>
          <a:bodyPr/>
          <a:lstStyle>
            <a:lvl1pPr>
              <a:defRPr/>
            </a:lvl1pPr>
          </a:lstStyle>
          <a:p>
            <a:pPr>
              <a:defRPr/>
            </a:pPr>
            <a:fld id="{CF31571D-5110-4CFC-A7C9-7348073F188B}" type="slidenum">
              <a:rPr lang="nl-BE" altLang="nl-BE"/>
              <a:pPr>
                <a:defRPr/>
              </a:pPr>
              <a:t>‹#›</a:t>
            </a:fld>
            <a:endParaRPr lang="nl-BE" altLang="nl-BE"/>
          </a:p>
        </p:txBody>
      </p:sp>
    </p:spTree>
    <p:extLst>
      <p:ext uri="{BB962C8B-B14F-4D97-AF65-F5344CB8AC3E}">
        <p14:creationId xmlns:p14="http://schemas.microsoft.com/office/powerpoint/2010/main" val="330182889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4500"/>
            </a:lvl1pPr>
          </a:lstStyle>
          <a:p>
            <a:r>
              <a:rPr lang="en-GB"/>
              <a:t>Click to edit Master title style</a:t>
            </a:r>
            <a:endParaRPr lang="nl-BE"/>
          </a:p>
        </p:txBody>
      </p:sp>
      <p:sp>
        <p:nvSpPr>
          <p:cNvPr id="3" name="Ondertitel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nl-BE"/>
          </a:p>
        </p:txBody>
      </p:sp>
    </p:spTree>
    <p:extLst>
      <p:ext uri="{BB962C8B-B14F-4D97-AF65-F5344CB8AC3E}">
        <p14:creationId xmlns:p14="http://schemas.microsoft.com/office/powerpoint/2010/main" val="21023404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Tree>
    <p:extLst>
      <p:ext uri="{BB962C8B-B14F-4D97-AF65-F5344CB8AC3E}">
        <p14:creationId xmlns:p14="http://schemas.microsoft.com/office/powerpoint/2010/main" val="332624669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1" y="1709741"/>
            <a:ext cx="10515600" cy="2852737"/>
          </a:xfrm>
        </p:spPr>
        <p:txBody>
          <a:bodyPr anchor="b"/>
          <a:lstStyle>
            <a:lvl1pPr>
              <a:defRPr sz="4500"/>
            </a:lvl1pPr>
          </a:lstStyle>
          <a:p>
            <a:r>
              <a:rPr lang="en-GB"/>
              <a:t>Click to edit Master title style</a:t>
            </a:r>
            <a:endParaRPr lang="nl-BE"/>
          </a:p>
        </p:txBody>
      </p:sp>
      <p:sp>
        <p:nvSpPr>
          <p:cNvPr id="3" name="Tijdelijke aanduiding voor tekst 2"/>
          <p:cNvSpPr>
            <a:spLocks noGrp="1"/>
          </p:cNvSpPr>
          <p:nvPr>
            <p:ph type="body" idx="1"/>
          </p:nvPr>
        </p:nvSpPr>
        <p:spPr>
          <a:xfrm>
            <a:off x="831851" y="4589466"/>
            <a:ext cx="105156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GB"/>
              <a:t>Click to edit Master text styles</a:t>
            </a:r>
          </a:p>
        </p:txBody>
      </p:sp>
    </p:spTree>
    <p:extLst>
      <p:ext uri="{BB962C8B-B14F-4D97-AF65-F5344CB8AC3E}">
        <p14:creationId xmlns:p14="http://schemas.microsoft.com/office/powerpoint/2010/main" val="130187263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sz="half" idx="1"/>
          </p:nvPr>
        </p:nvSpPr>
        <p:spPr>
          <a:xfrm>
            <a:off x="609602" y="1600200"/>
            <a:ext cx="5372100"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inhoud 3"/>
          <p:cNvSpPr>
            <a:spLocks noGrp="1"/>
          </p:cNvSpPr>
          <p:nvPr>
            <p:ph sz="half" idx="2"/>
          </p:nvPr>
        </p:nvSpPr>
        <p:spPr>
          <a:xfrm>
            <a:off x="6184902" y="1600200"/>
            <a:ext cx="5374217"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Tree>
    <p:extLst>
      <p:ext uri="{BB962C8B-B14F-4D97-AF65-F5344CB8AC3E}">
        <p14:creationId xmlns:p14="http://schemas.microsoft.com/office/powerpoint/2010/main" val="1696288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40317" y="365128"/>
            <a:ext cx="10515600" cy="1325563"/>
          </a:xfrm>
        </p:spPr>
        <p:txBody>
          <a:bodyPr/>
          <a:lstStyle/>
          <a:p>
            <a:r>
              <a:rPr lang="en-GB"/>
              <a:t>Click to edit Master title style</a:t>
            </a:r>
            <a:endParaRPr lang="nl-BE"/>
          </a:p>
        </p:txBody>
      </p:sp>
      <p:sp>
        <p:nvSpPr>
          <p:cNvPr id="3" name="Tijdelijke aanduiding voor tekst 2"/>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Tijdelijke aanduiding voor inhoud 3"/>
          <p:cNvSpPr>
            <a:spLocks noGrp="1"/>
          </p:cNvSpPr>
          <p:nvPr>
            <p:ph sz="half" idx="2"/>
          </p:nvPr>
        </p:nvSpPr>
        <p:spPr>
          <a:xfrm>
            <a:off x="840319"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ijdelijke aanduiding voor tekst 4"/>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Tijdelijke aanduiding voor inhoud 5"/>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Tree>
    <p:extLst>
      <p:ext uri="{BB962C8B-B14F-4D97-AF65-F5344CB8AC3E}">
        <p14:creationId xmlns:p14="http://schemas.microsoft.com/office/powerpoint/2010/main" val="4576074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Tree>
    <p:extLst>
      <p:ext uri="{BB962C8B-B14F-4D97-AF65-F5344CB8AC3E}">
        <p14:creationId xmlns:p14="http://schemas.microsoft.com/office/powerpoint/2010/main" val="172389417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83090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inhoud 2"/>
          <p:cNvSpPr>
            <a:spLocks noGrp="1"/>
          </p:cNvSpPr>
          <p:nvPr>
            <p:ph idx="1"/>
          </p:nvPr>
        </p:nvSpPr>
        <p:spPr>
          <a:xfrm>
            <a:off x="5183717"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Tree>
    <p:extLst>
      <p:ext uri="{BB962C8B-B14F-4D97-AF65-F5344CB8AC3E}">
        <p14:creationId xmlns:p14="http://schemas.microsoft.com/office/powerpoint/2010/main" val="366253290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afbeelding 2"/>
          <p:cNvSpPr>
            <a:spLocks noGrp="1"/>
          </p:cNvSpPr>
          <p:nvPr>
            <p:ph type="pic" idx="1"/>
          </p:nvPr>
        </p:nvSpPr>
        <p:spPr>
          <a:xfrm>
            <a:off x="5183717"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nl-BE" noProof="0"/>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Tree>
    <p:extLst>
      <p:ext uri="{BB962C8B-B14F-4D97-AF65-F5344CB8AC3E}">
        <p14:creationId xmlns:p14="http://schemas.microsoft.com/office/powerpoint/2010/main" val="2370190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verticale tekst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Tree>
    <p:extLst>
      <p:ext uri="{BB962C8B-B14F-4D97-AF65-F5344CB8AC3E}">
        <p14:creationId xmlns:p14="http://schemas.microsoft.com/office/powerpoint/2010/main" val="23774669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22268" y="274638"/>
            <a:ext cx="2736851" cy="5834062"/>
          </a:xfrm>
        </p:spPr>
        <p:txBody>
          <a:bodyPr vert="eaVert"/>
          <a:lstStyle/>
          <a:p>
            <a:r>
              <a:rPr lang="en-GB"/>
              <a:t>Click to edit Master title style</a:t>
            </a:r>
            <a:endParaRPr lang="nl-BE"/>
          </a:p>
        </p:txBody>
      </p:sp>
      <p:sp>
        <p:nvSpPr>
          <p:cNvPr id="3" name="Tijdelijke aanduiding voor verticale tekst 2"/>
          <p:cNvSpPr>
            <a:spLocks noGrp="1"/>
          </p:cNvSpPr>
          <p:nvPr>
            <p:ph type="body" orient="vert" idx="1"/>
          </p:nvPr>
        </p:nvSpPr>
        <p:spPr>
          <a:xfrm>
            <a:off x="609601" y="274638"/>
            <a:ext cx="8009467" cy="58340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Tree>
    <p:extLst>
      <p:ext uri="{BB962C8B-B14F-4D97-AF65-F5344CB8AC3E}">
        <p14:creationId xmlns:p14="http://schemas.microsoft.com/office/powerpoint/2010/main" val="101392576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4500"/>
            </a:lvl1pPr>
          </a:lstStyle>
          <a:p>
            <a:r>
              <a:rPr lang="en-GB"/>
              <a:t>Click to edit Master title style</a:t>
            </a:r>
            <a:endParaRPr lang="nl-BE"/>
          </a:p>
        </p:txBody>
      </p:sp>
      <p:sp>
        <p:nvSpPr>
          <p:cNvPr id="3" name="Ondertitel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nl-BE"/>
          </a:p>
        </p:txBody>
      </p:sp>
      <p:sp>
        <p:nvSpPr>
          <p:cNvPr id="4"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A7F134D7-6893-453D-9D19-270D95EA55B2}" type="slidenum">
              <a:rPr lang="nl-NL" altLang="nl-BE"/>
              <a:pPr>
                <a:defRPr/>
              </a:pPr>
              <a:t>‹#›</a:t>
            </a:fld>
            <a:endParaRPr lang="nl-NL" altLang="nl-BE"/>
          </a:p>
        </p:txBody>
      </p:sp>
    </p:spTree>
    <p:extLst>
      <p:ext uri="{BB962C8B-B14F-4D97-AF65-F5344CB8AC3E}">
        <p14:creationId xmlns:p14="http://schemas.microsoft.com/office/powerpoint/2010/main" val="183432234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04C65087-7AAE-4C17-930C-4C6B8FB5CB9F}" type="slidenum">
              <a:rPr lang="nl-NL" altLang="nl-BE"/>
              <a:pPr>
                <a:defRPr/>
              </a:pPr>
              <a:t>‹#›</a:t>
            </a:fld>
            <a:endParaRPr lang="nl-NL" altLang="nl-BE"/>
          </a:p>
        </p:txBody>
      </p:sp>
    </p:spTree>
    <p:extLst>
      <p:ext uri="{BB962C8B-B14F-4D97-AF65-F5344CB8AC3E}">
        <p14:creationId xmlns:p14="http://schemas.microsoft.com/office/powerpoint/2010/main" val="253816995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1" y="1709741"/>
            <a:ext cx="10515600" cy="2852737"/>
          </a:xfrm>
        </p:spPr>
        <p:txBody>
          <a:bodyPr anchor="b"/>
          <a:lstStyle>
            <a:lvl1pPr>
              <a:defRPr sz="4500"/>
            </a:lvl1pPr>
          </a:lstStyle>
          <a:p>
            <a:r>
              <a:rPr lang="en-GB"/>
              <a:t>Click to edit Master title style</a:t>
            </a:r>
            <a:endParaRPr lang="nl-BE"/>
          </a:p>
        </p:txBody>
      </p:sp>
      <p:sp>
        <p:nvSpPr>
          <p:cNvPr id="3" name="Tijdelijke aanduiding voor tekst 2"/>
          <p:cNvSpPr>
            <a:spLocks noGrp="1"/>
          </p:cNvSpPr>
          <p:nvPr>
            <p:ph type="body" idx="1"/>
          </p:nvPr>
        </p:nvSpPr>
        <p:spPr>
          <a:xfrm>
            <a:off x="831851" y="4589466"/>
            <a:ext cx="105156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GB"/>
              <a:t>Click to edit Master text styles</a:t>
            </a:r>
          </a:p>
        </p:txBody>
      </p:sp>
      <p:sp>
        <p:nvSpPr>
          <p:cNvPr id="4"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C147625A-BB4B-4BC1-811C-29470EB029E7}" type="slidenum">
              <a:rPr lang="nl-NL" altLang="nl-BE"/>
              <a:pPr>
                <a:defRPr/>
              </a:pPr>
              <a:t>‹#›</a:t>
            </a:fld>
            <a:endParaRPr lang="nl-NL" altLang="nl-BE"/>
          </a:p>
        </p:txBody>
      </p:sp>
    </p:spTree>
    <p:extLst>
      <p:ext uri="{BB962C8B-B14F-4D97-AF65-F5344CB8AC3E}">
        <p14:creationId xmlns:p14="http://schemas.microsoft.com/office/powerpoint/2010/main" val="11112088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inhoud 2"/>
          <p:cNvSpPr>
            <a:spLocks noGrp="1"/>
          </p:cNvSpPr>
          <p:nvPr>
            <p:ph sz="half" idx="1"/>
          </p:nvPr>
        </p:nvSpPr>
        <p:spPr>
          <a:xfrm>
            <a:off x="609602" y="1600200"/>
            <a:ext cx="5372100"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inhoud 3"/>
          <p:cNvSpPr>
            <a:spLocks noGrp="1"/>
          </p:cNvSpPr>
          <p:nvPr>
            <p:ph sz="half" idx="2"/>
          </p:nvPr>
        </p:nvSpPr>
        <p:spPr>
          <a:xfrm>
            <a:off x="6184902" y="1600200"/>
            <a:ext cx="5374217" cy="4508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26F493E1-73DB-4A91-AC19-983AED766B94}" type="slidenum">
              <a:rPr lang="nl-NL" altLang="nl-BE"/>
              <a:pPr>
                <a:defRPr/>
              </a:pPr>
              <a:t>‹#›</a:t>
            </a:fld>
            <a:endParaRPr lang="nl-NL" altLang="nl-BE"/>
          </a:p>
        </p:txBody>
      </p:sp>
    </p:spTree>
    <p:extLst>
      <p:ext uri="{BB962C8B-B14F-4D97-AF65-F5344CB8AC3E}">
        <p14:creationId xmlns:p14="http://schemas.microsoft.com/office/powerpoint/2010/main" val="31392166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40317" y="365128"/>
            <a:ext cx="10515600" cy="1325563"/>
          </a:xfrm>
        </p:spPr>
        <p:txBody>
          <a:bodyPr/>
          <a:lstStyle/>
          <a:p>
            <a:r>
              <a:rPr lang="en-GB"/>
              <a:t>Click to edit Master title style</a:t>
            </a:r>
            <a:endParaRPr lang="nl-BE"/>
          </a:p>
        </p:txBody>
      </p:sp>
      <p:sp>
        <p:nvSpPr>
          <p:cNvPr id="3" name="Tijdelijke aanduiding voor tekst 2"/>
          <p:cNvSpPr>
            <a:spLocks noGrp="1"/>
          </p:cNvSpPr>
          <p:nvPr>
            <p:ph type="body" idx="1"/>
          </p:nvPr>
        </p:nvSpPr>
        <p:spPr>
          <a:xfrm>
            <a:off x="840319" y="1681163"/>
            <a:ext cx="515831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Tijdelijke aanduiding voor inhoud 3"/>
          <p:cNvSpPr>
            <a:spLocks noGrp="1"/>
          </p:cNvSpPr>
          <p:nvPr>
            <p:ph sz="half" idx="2"/>
          </p:nvPr>
        </p:nvSpPr>
        <p:spPr>
          <a:xfrm>
            <a:off x="840319"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ijdelijke aanduiding voor tekst 4"/>
          <p:cNvSpPr>
            <a:spLocks noGrp="1"/>
          </p:cNvSpPr>
          <p:nvPr>
            <p:ph type="body" sz="quarter" idx="3"/>
          </p:nvPr>
        </p:nvSpPr>
        <p:spPr>
          <a:xfrm>
            <a:off x="6172200" y="1681163"/>
            <a:ext cx="518371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Tijdelijke aanduiding voor inhoud 5"/>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7"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7954B617-B57B-4399-B263-765C3122DDDF}" type="slidenum">
              <a:rPr lang="nl-NL" altLang="nl-BE"/>
              <a:pPr>
                <a:defRPr/>
              </a:pPr>
              <a:t>‹#›</a:t>
            </a:fld>
            <a:endParaRPr lang="nl-NL" altLang="nl-BE"/>
          </a:p>
        </p:txBody>
      </p:sp>
    </p:spTree>
    <p:extLst>
      <p:ext uri="{BB962C8B-B14F-4D97-AF65-F5344CB8AC3E}">
        <p14:creationId xmlns:p14="http://schemas.microsoft.com/office/powerpoint/2010/main" val="238567303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1F6FBF66-B2EC-44D6-B761-A9ED774E2024}" type="slidenum">
              <a:rPr lang="nl-NL" altLang="nl-BE"/>
              <a:pPr>
                <a:defRPr/>
              </a:pPr>
              <a:t>‹#›</a:t>
            </a:fld>
            <a:endParaRPr lang="nl-NL" altLang="nl-BE"/>
          </a:p>
        </p:txBody>
      </p:sp>
    </p:spTree>
    <p:extLst>
      <p:ext uri="{BB962C8B-B14F-4D97-AF65-F5344CB8AC3E}">
        <p14:creationId xmlns:p14="http://schemas.microsoft.com/office/powerpoint/2010/main" val="110822197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FA66DC51-1E13-4967-9E1D-CBEB82259E9C}" type="slidenum">
              <a:rPr lang="nl-NL" altLang="nl-BE"/>
              <a:pPr>
                <a:defRPr/>
              </a:pPr>
              <a:t>‹#›</a:t>
            </a:fld>
            <a:endParaRPr lang="nl-NL" altLang="nl-BE"/>
          </a:p>
        </p:txBody>
      </p:sp>
    </p:spTree>
    <p:extLst>
      <p:ext uri="{BB962C8B-B14F-4D97-AF65-F5344CB8AC3E}">
        <p14:creationId xmlns:p14="http://schemas.microsoft.com/office/powerpoint/2010/main" val="47660225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inhoud 2"/>
          <p:cNvSpPr>
            <a:spLocks noGrp="1"/>
          </p:cNvSpPr>
          <p:nvPr>
            <p:ph idx="1"/>
          </p:nvPr>
        </p:nvSpPr>
        <p:spPr>
          <a:xfrm>
            <a:off x="5183717"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57D1594D-3F8A-4958-899E-2294B411C6F5}" type="slidenum">
              <a:rPr lang="nl-NL" altLang="nl-BE"/>
              <a:pPr>
                <a:defRPr/>
              </a:pPr>
              <a:t>‹#›</a:t>
            </a:fld>
            <a:endParaRPr lang="nl-NL" altLang="nl-BE"/>
          </a:p>
        </p:txBody>
      </p:sp>
    </p:spTree>
    <p:extLst>
      <p:ext uri="{BB962C8B-B14F-4D97-AF65-F5344CB8AC3E}">
        <p14:creationId xmlns:p14="http://schemas.microsoft.com/office/powerpoint/2010/main" val="375683098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40319" y="457200"/>
            <a:ext cx="3932767" cy="1600200"/>
          </a:xfrm>
        </p:spPr>
        <p:txBody>
          <a:bodyPr anchor="b"/>
          <a:lstStyle>
            <a:lvl1pPr>
              <a:defRPr sz="2400"/>
            </a:lvl1pPr>
          </a:lstStyle>
          <a:p>
            <a:r>
              <a:rPr lang="en-GB"/>
              <a:t>Click to edit Master title style</a:t>
            </a:r>
            <a:endParaRPr lang="nl-BE"/>
          </a:p>
        </p:txBody>
      </p:sp>
      <p:sp>
        <p:nvSpPr>
          <p:cNvPr id="3" name="Tijdelijke aanduiding voor afbeelding 2"/>
          <p:cNvSpPr>
            <a:spLocks noGrp="1"/>
          </p:cNvSpPr>
          <p:nvPr>
            <p:ph type="pic" idx="1"/>
          </p:nvPr>
        </p:nvSpPr>
        <p:spPr>
          <a:xfrm>
            <a:off x="5183717"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nl-BE" noProof="0"/>
          </a:p>
        </p:txBody>
      </p:sp>
      <p:sp>
        <p:nvSpPr>
          <p:cNvPr id="4" name="Tijdelijke aanduiding voor tekst 3"/>
          <p:cNvSpPr>
            <a:spLocks noGrp="1"/>
          </p:cNvSpPr>
          <p:nvPr>
            <p:ph type="body" sz="half" idx="2"/>
          </p:nvPr>
        </p:nvSpPr>
        <p:spPr>
          <a:xfrm>
            <a:off x="840319" y="2057400"/>
            <a:ext cx="393276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D7C3792D-60EC-43CD-9CC2-70E08954818B}" type="slidenum">
              <a:rPr lang="nl-NL" altLang="nl-BE"/>
              <a:pPr>
                <a:defRPr/>
              </a:pPr>
              <a:t>‹#›</a:t>
            </a:fld>
            <a:endParaRPr lang="nl-NL" altLang="nl-BE"/>
          </a:p>
        </p:txBody>
      </p:sp>
    </p:spTree>
    <p:extLst>
      <p:ext uri="{BB962C8B-B14F-4D97-AF65-F5344CB8AC3E}">
        <p14:creationId xmlns:p14="http://schemas.microsoft.com/office/powerpoint/2010/main" val="24964608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BE"/>
          </a:p>
        </p:txBody>
      </p:sp>
      <p:sp>
        <p:nvSpPr>
          <p:cNvPr id="3" name="Tijdelijke aanduiding voor verticale tekst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41F62240-EE61-48A7-A90D-5C1A326065E6}" type="slidenum">
              <a:rPr lang="nl-NL" altLang="nl-BE"/>
              <a:pPr>
                <a:defRPr/>
              </a:pPr>
              <a:t>‹#›</a:t>
            </a:fld>
            <a:endParaRPr lang="nl-NL" altLang="nl-BE"/>
          </a:p>
        </p:txBody>
      </p:sp>
    </p:spTree>
    <p:extLst>
      <p:ext uri="{BB962C8B-B14F-4D97-AF65-F5344CB8AC3E}">
        <p14:creationId xmlns:p14="http://schemas.microsoft.com/office/powerpoint/2010/main" val="4948016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22268" y="274638"/>
            <a:ext cx="2736851" cy="5834062"/>
          </a:xfrm>
        </p:spPr>
        <p:txBody>
          <a:bodyPr vert="eaVert"/>
          <a:lstStyle/>
          <a:p>
            <a:r>
              <a:rPr lang="en-GB"/>
              <a:t>Click to edit Master title style</a:t>
            </a:r>
            <a:endParaRPr lang="nl-BE"/>
          </a:p>
        </p:txBody>
      </p:sp>
      <p:sp>
        <p:nvSpPr>
          <p:cNvPr id="3" name="Tijdelijke aanduiding voor verticale tekst 2"/>
          <p:cNvSpPr>
            <a:spLocks noGrp="1"/>
          </p:cNvSpPr>
          <p:nvPr>
            <p:ph type="body" orient="vert" idx="1"/>
          </p:nvPr>
        </p:nvSpPr>
        <p:spPr>
          <a:xfrm>
            <a:off x="609601" y="274638"/>
            <a:ext cx="8009467" cy="58340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Rectangle 3"/>
          <p:cNvSpPr>
            <a:spLocks noGrp="1" noChangeArrowheads="1"/>
          </p:cNvSpPr>
          <p:nvPr>
            <p:ph type="sldNum" idx="10"/>
          </p:nvPr>
        </p:nvSpPr>
        <p:spPr>
          <a:ln/>
        </p:spPr>
        <p:txBody>
          <a:bodyPr/>
          <a:lstStyle>
            <a:lvl1pPr>
              <a:defRPr/>
            </a:lvl1pPr>
          </a:lstStyle>
          <a:p>
            <a:pPr>
              <a:defRPr/>
            </a:pPr>
            <a:r>
              <a:rPr lang="nl-NL" altLang="nl-BE"/>
              <a:t>© </a:t>
            </a:r>
            <a:r>
              <a:rPr lang="nl-NL" altLang="nl-BE" b="1"/>
              <a:t>artesis</a:t>
            </a:r>
            <a:r>
              <a:rPr lang="nl-NL" altLang="nl-BE"/>
              <a:t> 2008 | </a:t>
            </a:r>
            <a:fld id="{E9E4DCF0-D8C7-43AD-8B52-A1CD258F62CB}" type="slidenum">
              <a:rPr lang="nl-NL" altLang="nl-BE"/>
              <a:pPr>
                <a:defRPr/>
              </a:pPr>
              <a:t>‹#›</a:t>
            </a:fld>
            <a:endParaRPr lang="nl-NL" altLang="nl-BE"/>
          </a:p>
        </p:txBody>
      </p:sp>
    </p:spTree>
    <p:extLst>
      <p:ext uri="{BB962C8B-B14F-4D97-AF65-F5344CB8AC3E}">
        <p14:creationId xmlns:p14="http://schemas.microsoft.com/office/powerpoint/2010/main" val="1988401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5.jpeg"/><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image" Target="../media/image6.jpeg"/><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image" Target="../media/image7.jpeg"/><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image" Target="../media/image7.jpeg"/><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6.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image" Target="../media/image8.jpeg"/><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7.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3.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theme" Target="../theme/theme8.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43859"/>
            <a:ext cx="10515600" cy="600735"/>
          </a:xfrm>
          <a:prstGeom prst="rect">
            <a:avLst/>
          </a:prstGeom>
        </p:spPr>
        <p:txBody>
          <a:bodyPr vert="horz" lIns="91440" tIns="45720" rIns="91440" bIns="45720" rtlCol="0" anchor="t" anchorCtr="0">
            <a:noAutofit/>
          </a:bodyPr>
          <a:lstStyle/>
          <a:p>
            <a:r>
              <a:rPr lang="nl-NL" dirty="0"/>
              <a:t>Klik om stijl te bewerken</a:t>
            </a:r>
            <a:endParaRPr lang="en-US" dirty="0"/>
          </a:p>
        </p:txBody>
      </p:sp>
      <p:sp>
        <p:nvSpPr>
          <p:cNvPr id="3" name="Text Placeholder 2"/>
          <p:cNvSpPr>
            <a:spLocks noGrp="1"/>
          </p:cNvSpPr>
          <p:nvPr>
            <p:ph type="body" idx="1"/>
          </p:nvPr>
        </p:nvSpPr>
        <p:spPr>
          <a:xfrm>
            <a:off x="838200" y="1253333"/>
            <a:ext cx="10515600" cy="4351339"/>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2438402" y="6356353"/>
            <a:ext cx="96586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7A31908-F790-B44F-A0B7-3AF51BA4B204}" type="datetime1">
              <a:rPr lang="nl-BE" smtClean="0"/>
              <a:t>30/04/2026</a:t>
            </a:fld>
            <a:endParaRPr lang="nl-BE" dirty="0"/>
          </a:p>
        </p:txBody>
      </p:sp>
      <p:sp>
        <p:nvSpPr>
          <p:cNvPr id="5" name="Footer Placeholder 4"/>
          <p:cNvSpPr>
            <a:spLocks noGrp="1"/>
          </p:cNvSpPr>
          <p:nvPr>
            <p:ph type="ftr" sz="quarter" idx="3"/>
          </p:nvPr>
        </p:nvSpPr>
        <p:spPr>
          <a:xfrm>
            <a:off x="3404262" y="6356353"/>
            <a:ext cx="6863937"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l"/>
            <a:r>
              <a:rPr lang="nl-BE" dirty="0"/>
              <a:t>Powerpointsjabloon AP</a:t>
            </a:r>
          </a:p>
        </p:txBody>
      </p:sp>
      <p:sp>
        <p:nvSpPr>
          <p:cNvPr id="6" name="Slide Number Placeholder 5"/>
          <p:cNvSpPr>
            <a:spLocks noGrp="1"/>
          </p:cNvSpPr>
          <p:nvPr>
            <p:ph type="sldNum" sz="quarter" idx="4"/>
          </p:nvPr>
        </p:nvSpPr>
        <p:spPr>
          <a:xfrm>
            <a:off x="10268197" y="6356353"/>
            <a:ext cx="1085603"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23EE964-9D22-4A75-9F06-2C2352DAD6DF}" type="slidenum">
              <a:rPr lang="nl-BE" altLang="nl-BE" smtClean="0"/>
              <a:pPr/>
              <a:t>‹#›</a:t>
            </a:fld>
            <a:endParaRPr lang="nl-BE" altLang="nl-BE"/>
          </a:p>
        </p:txBody>
      </p:sp>
      <p:pic>
        <p:nvPicPr>
          <p:cNvPr id="9" name="Afbeelding 8">
            <a:extLst>
              <a:ext uri="{FF2B5EF4-FFF2-40B4-BE49-F238E27FC236}">
                <a16:creationId xmlns:a16="http://schemas.microsoft.com/office/drawing/2014/main" id="{94A79F64-0EFC-174C-89B9-98BEB632C7F8}"/>
              </a:ext>
            </a:extLst>
          </p:cNvPr>
          <p:cNvPicPr>
            <a:picLocks noChangeAspect="1"/>
          </p:cNvPicPr>
          <p:nvPr/>
        </p:nvPicPr>
        <p:blipFill>
          <a:blip r:embed="rId11"/>
          <a:stretch>
            <a:fillRect/>
          </a:stretch>
        </p:blipFill>
        <p:spPr>
          <a:xfrm>
            <a:off x="0" y="5070843"/>
            <a:ext cx="1997413" cy="1787159"/>
          </a:xfrm>
          <a:prstGeom prst="rect">
            <a:avLst/>
          </a:prstGeom>
        </p:spPr>
      </p:pic>
    </p:spTree>
    <p:extLst>
      <p:ext uri="{BB962C8B-B14F-4D97-AF65-F5344CB8AC3E}">
        <p14:creationId xmlns:p14="http://schemas.microsoft.com/office/powerpoint/2010/main" val="261498855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Lst>
  <p:hf hdr="0" ftr="0" dt="0"/>
  <p:txStyles>
    <p:title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p:titleStyle>
    <p:bodyStyle>
      <a:lvl1pPr marL="171446" indent="-171446" algn="l" defTabSz="685783" rtl="0" eaLnBrk="1" latinLnBrk="0" hangingPunct="1">
        <a:lnSpc>
          <a:spcPct val="90000"/>
        </a:lnSpc>
        <a:spcBef>
          <a:spcPts val="750"/>
        </a:spcBef>
        <a:buClr>
          <a:srgbClr val="AD0F0A"/>
        </a:buClr>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90000"/>
        </a:lnSpc>
        <a:spcBef>
          <a:spcPts val="375"/>
        </a:spcBef>
        <a:buClr>
          <a:srgbClr val="AD0F0A"/>
        </a:buClr>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90000"/>
        </a:lnSpc>
        <a:spcBef>
          <a:spcPts val="375"/>
        </a:spcBef>
        <a:buClr>
          <a:srgbClr val="AD0F0A"/>
        </a:buClr>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90000"/>
        </a:lnSpc>
        <a:spcBef>
          <a:spcPts val="375"/>
        </a:spcBef>
        <a:buClr>
          <a:srgbClr val="AD0F0A"/>
        </a:buClr>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90000"/>
        </a:lnSpc>
        <a:spcBef>
          <a:spcPts val="375"/>
        </a:spcBef>
        <a:buClr>
          <a:srgbClr val="AD0F0A"/>
        </a:buClr>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609600" y="274641"/>
            <a:ext cx="10949517"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nl-BE"/>
              <a:t>Click to edit the title text format</a:t>
            </a:r>
          </a:p>
        </p:txBody>
      </p:sp>
      <p:sp>
        <p:nvSpPr>
          <p:cNvPr id="1027" name="Rectangle 2"/>
          <p:cNvSpPr>
            <a:spLocks noGrp="1" noChangeArrowheads="1"/>
          </p:cNvSpPr>
          <p:nvPr>
            <p:ph type="body" idx="1"/>
          </p:nvPr>
        </p:nvSpPr>
        <p:spPr bwMode="auto">
          <a:xfrm>
            <a:off x="609600" y="1600200"/>
            <a:ext cx="10949517" cy="450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nl-BE"/>
              <a:t>Click to edit the outline text format</a:t>
            </a:r>
          </a:p>
          <a:p>
            <a:pPr lvl="1"/>
            <a:r>
              <a:rPr lang="en-GB" altLang="nl-BE"/>
              <a:t>Second Outline Level</a:t>
            </a:r>
          </a:p>
          <a:p>
            <a:pPr lvl="2"/>
            <a:r>
              <a:rPr lang="en-GB" altLang="nl-BE"/>
              <a:t>Third Outline Level</a:t>
            </a:r>
          </a:p>
          <a:p>
            <a:pPr lvl="3"/>
            <a:r>
              <a:rPr lang="en-GB" altLang="nl-BE"/>
              <a:t>Fourth Outline Level</a:t>
            </a:r>
          </a:p>
          <a:p>
            <a:pPr lvl="4"/>
            <a:r>
              <a:rPr lang="en-GB" altLang="nl-BE"/>
              <a:t>Fifth Outline Level</a:t>
            </a:r>
          </a:p>
          <a:p>
            <a:pPr lvl="4"/>
            <a:r>
              <a:rPr lang="en-GB" altLang="nl-BE"/>
              <a:t>Sixth Outline Level</a:t>
            </a:r>
          </a:p>
          <a:p>
            <a:pPr lvl="4"/>
            <a:r>
              <a:rPr lang="en-GB" altLang="nl-BE"/>
              <a:t>Seventh Outline Level</a:t>
            </a:r>
          </a:p>
          <a:p>
            <a:pPr lvl="4"/>
            <a:r>
              <a:rPr lang="en-GB" altLang="nl-BE"/>
              <a:t>Eighth Outline Level</a:t>
            </a:r>
          </a:p>
          <a:p>
            <a:pPr lvl="4"/>
            <a:r>
              <a:rPr lang="en-GB" altLang="nl-BE"/>
              <a:t>Ninth Outline Level</a:t>
            </a:r>
          </a:p>
        </p:txBody>
      </p:sp>
      <p:sp>
        <p:nvSpPr>
          <p:cNvPr id="1028" name="Text Box 3"/>
          <p:cNvSpPr txBox="1">
            <a:spLocks noChangeArrowheads="1"/>
          </p:cNvSpPr>
          <p:nvPr/>
        </p:nvSpPr>
        <p:spPr bwMode="auto">
          <a:xfrm>
            <a:off x="609600" y="6356350"/>
            <a:ext cx="2825751"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nl-BE" altLang="nl-BE"/>
          </a:p>
        </p:txBody>
      </p:sp>
      <p:sp>
        <p:nvSpPr>
          <p:cNvPr id="1029" name="Text Box 4"/>
          <p:cNvSpPr txBox="1">
            <a:spLocks noChangeArrowheads="1"/>
          </p:cNvSpPr>
          <p:nvPr/>
        </p:nvSpPr>
        <p:spPr bwMode="auto">
          <a:xfrm>
            <a:off x="4165600" y="6356353"/>
            <a:ext cx="38608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nl-BE" altLang="nl-BE"/>
          </a:p>
        </p:txBody>
      </p:sp>
      <p:sp>
        <p:nvSpPr>
          <p:cNvPr id="2" name="Rectangle 5"/>
          <p:cNvSpPr>
            <a:spLocks noGrp="1" noChangeArrowheads="1"/>
          </p:cNvSpPr>
          <p:nvPr>
            <p:ph type="sldNum"/>
          </p:nvPr>
        </p:nvSpPr>
        <p:spPr bwMode="auto">
          <a:xfrm>
            <a:off x="8737600" y="6356353"/>
            <a:ext cx="2821517"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ClrTx/>
              <a:buSzPct val="100000"/>
              <a:buFontTx/>
              <a:buNone/>
              <a:tabLst>
                <a:tab pos="0" algn="l"/>
                <a:tab pos="335756" algn="l"/>
                <a:tab pos="672704" algn="l"/>
                <a:tab pos="1009650" algn="l"/>
                <a:tab pos="1346597" algn="l"/>
                <a:tab pos="1683544" algn="l"/>
                <a:tab pos="2020491" algn="l"/>
                <a:tab pos="2357438" algn="l"/>
                <a:tab pos="2694385" algn="l"/>
                <a:tab pos="3031331" algn="l"/>
                <a:tab pos="3368279" algn="l"/>
                <a:tab pos="3705225" algn="l"/>
                <a:tab pos="4042172" algn="l"/>
                <a:tab pos="4379119" algn="l"/>
                <a:tab pos="4716066" algn="l"/>
                <a:tab pos="5053013" algn="l"/>
                <a:tab pos="5389960" algn="l"/>
                <a:tab pos="5726906" algn="l"/>
                <a:tab pos="6063854" algn="l"/>
                <a:tab pos="6400800" algn="l"/>
                <a:tab pos="6737747" algn="l"/>
              </a:tabLst>
              <a:defRPr>
                <a:solidFill>
                  <a:srgbClr val="FFFFFF"/>
                </a:solidFill>
              </a:defRPr>
            </a:lvl1pPr>
          </a:lstStyle>
          <a:p>
            <a:pPr>
              <a:defRPr/>
            </a:pPr>
            <a:fld id="{D9CDBE59-8928-494A-8E58-A40AD1F45461}" type="slidenum">
              <a:rPr lang="nl-BE" altLang="nl-BE"/>
              <a:pPr>
                <a:defRPr/>
              </a:pPr>
              <a:t>‹#›</a:t>
            </a:fld>
            <a:endParaRPr lang="nl-BE" altLang="nl-BE"/>
          </a:p>
        </p:txBody>
      </p:sp>
    </p:spTree>
    <p:extLst>
      <p:ext uri="{BB962C8B-B14F-4D97-AF65-F5344CB8AC3E}">
        <p14:creationId xmlns:p14="http://schemas.microsoft.com/office/powerpoint/2010/main" val="366125936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336947" rtl="0" eaLnBrk="1" fontAlgn="base" hangingPunct="1">
        <a:spcBef>
          <a:spcPct val="0"/>
        </a:spcBef>
        <a:spcAft>
          <a:spcPct val="0"/>
        </a:spcAft>
        <a:buClr>
          <a:srgbClr val="000000"/>
        </a:buClr>
        <a:buSzPct val="100000"/>
        <a:buFont typeface="Times New Roman" panose="02020603050405020304" pitchFamily="18" charset="0"/>
        <a:defRPr sz="3300" kern="1200">
          <a:solidFill>
            <a:srgbClr val="3F3F3F"/>
          </a:solidFill>
          <a:latin typeface="+mj-lt"/>
          <a:ea typeface="+mj-ea"/>
          <a:cs typeface="+mj-cs"/>
        </a:defRPr>
      </a:lvl1pPr>
      <a:lvl2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2pPr>
      <a:lvl3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3pPr>
      <a:lvl4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4pPr>
      <a:lvl5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5pPr>
      <a:lvl6pPr marL="18859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6pPr>
      <a:lvl7pPr marL="22288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7pPr>
      <a:lvl8pPr marL="25717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8pPr>
      <a:lvl9pPr marL="29146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9pPr>
    </p:titleStyle>
    <p:bodyStyle>
      <a:lvl1pPr marL="257175" indent="-257175" algn="l" defTabSz="336947" rtl="0" eaLnBrk="1" fontAlgn="base" hangingPunct="1">
        <a:spcBef>
          <a:spcPts val="600"/>
        </a:spcBef>
        <a:spcAft>
          <a:spcPct val="0"/>
        </a:spcAft>
        <a:buClr>
          <a:srgbClr val="000000"/>
        </a:buClr>
        <a:buSzPct val="100000"/>
        <a:buFont typeface="Times New Roman" panose="02020603050405020304" pitchFamily="18" charset="0"/>
        <a:defRPr sz="2400" kern="1200">
          <a:solidFill>
            <a:srgbClr val="3F3F3F"/>
          </a:solidFill>
          <a:latin typeface="+mn-lt"/>
          <a:ea typeface="+mn-ea"/>
          <a:cs typeface="+mn-cs"/>
        </a:defRPr>
      </a:lvl1pPr>
      <a:lvl2pPr marL="557213" indent="-214313" algn="l" defTabSz="336947" rtl="0" eaLnBrk="1" fontAlgn="base" hangingPunct="1">
        <a:spcBef>
          <a:spcPts val="525"/>
        </a:spcBef>
        <a:spcAft>
          <a:spcPct val="0"/>
        </a:spcAft>
        <a:buClr>
          <a:srgbClr val="000000"/>
        </a:buClr>
        <a:buSzPct val="100000"/>
        <a:buFont typeface="Times New Roman" panose="02020603050405020304" pitchFamily="18" charset="0"/>
        <a:defRPr sz="2100" kern="1200">
          <a:solidFill>
            <a:srgbClr val="3F3F3F"/>
          </a:solidFill>
          <a:latin typeface="+mn-lt"/>
          <a:ea typeface="+mn-ea"/>
          <a:cs typeface="+mn-cs"/>
        </a:defRPr>
      </a:lvl2pPr>
      <a:lvl3pPr marL="857250" indent="-171450" algn="l" defTabSz="336947" rtl="0" eaLnBrk="1" fontAlgn="base" hangingPunct="1">
        <a:spcBef>
          <a:spcPts val="450"/>
        </a:spcBef>
        <a:spcAft>
          <a:spcPct val="0"/>
        </a:spcAft>
        <a:buClr>
          <a:srgbClr val="000000"/>
        </a:buClr>
        <a:buSzPct val="100000"/>
        <a:buFont typeface="Times New Roman" panose="02020603050405020304" pitchFamily="18" charset="0"/>
        <a:defRPr sz="1800" kern="1200">
          <a:solidFill>
            <a:srgbClr val="3F3F3F"/>
          </a:solidFill>
          <a:latin typeface="+mn-lt"/>
          <a:ea typeface="+mn-ea"/>
          <a:cs typeface="+mn-cs"/>
        </a:defRPr>
      </a:lvl3pPr>
      <a:lvl4pPr marL="12001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4pPr>
      <a:lvl5pPr marL="15430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B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3074" name="Picture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682" y="0"/>
            <a:ext cx="12240684"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5" name="Rectangle 2"/>
          <p:cNvSpPr>
            <a:spLocks noGrp="1" noChangeArrowheads="1"/>
          </p:cNvSpPr>
          <p:nvPr>
            <p:ph type="title"/>
          </p:nvPr>
        </p:nvSpPr>
        <p:spPr bwMode="auto">
          <a:xfrm>
            <a:off x="609600" y="274641"/>
            <a:ext cx="10949517"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nl-BE"/>
              <a:t>Click to edit the title text format</a:t>
            </a:r>
          </a:p>
        </p:txBody>
      </p:sp>
      <p:sp>
        <p:nvSpPr>
          <p:cNvPr id="3076" name="Rectangle 3"/>
          <p:cNvSpPr>
            <a:spLocks noGrp="1" noChangeArrowheads="1"/>
          </p:cNvSpPr>
          <p:nvPr>
            <p:ph type="body" idx="1"/>
          </p:nvPr>
        </p:nvSpPr>
        <p:spPr bwMode="auto">
          <a:xfrm>
            <a:off x="609600" y="1600200"/>
            <a:ext cx="10949517" cy="450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nl-BE"/>
              <a:t>Click to edit the outline text format</a:t>
            </a:r>
          </a:p>
          <a:p>
            <a:pPr lvl="1"/>
            <a:r>
              <a:rPr lang="en-GB" altLang="nl-BE"/>
              <a:t>Second Outline Level</a:t>
            </a:r>
          </a:p>
          <a:p>
            <a:pPr lvl="2"/>
            <a:r>
              <a:rPr lang="en-GB" altLang="nl-BE"/>
              <a:t>Third Outline Level</a:t>
            </a:r>
          </a:p>
          <a:p>
            <a:pPr lvl="3"/>
            <a:r>
              <a:rPr lang="en-GB" altLang="nl-BE"/>
              <a:t>Fourth Outline Level</a:t>
            </a:r>
          </a:p>
          <a:p>
            <a:pPr lvl="4"/>
            <a:r>
              <a:rPr lang="en-GB" altLang="nl-BE"/>
              <a:t>Fifth Outline Level</a:t>
            </a:r>
          </a:p>
          <a:p>
            <a:pPr lvl="4"/>
            <a:r>
              <a:rPr lang="en-GB" altLang="nl-BE"/>
              <a:t>Sixth Outline Level</a:t>
            </a:r>
          </a:p>
          <a:p>
            <a:pPr lvl="4"/>
            <a:r>
              <a:rPr lang="en-GB" altLang="nl-BE"/>
              <a:t>Seventh Outline Level</a:t>
            </a:r>
          </a:p>
          <a:p>
            <a:pPr lvl="4"/>
            <a:r>
              <a:rPr lang="en-GB" altLang="nl-BE"/>
              <a:t>Eighth Outline Level</a:t>
            </a:r>
          </a:p>
          <a:p>
            <a:pPr lvl="4"/>
            <a:r>
              <a:rPr lang="en-GB" altLang="nl-BE"/>
              <a:t>Ninth Outline Level</a:t>
            </a:r>
          </a:p>
        </p:txBody>
      </p:sp>
      <p:sp>
        <p:nvSpPr>
          <p:cNvPr id="2" name="Rectangle 4"/>
          <p:cNvSpPr>
            <a:spLocks noGrp="1" noChangeArrowheads="1"/>
          </p:cNvSpPr>
          <p:nvPr>
            <p:ph type="sldNum"/>
          </p:nvPr>
        </p:nvSpPr>
        <p:spPr bwMode="auto">
          <a:xfrm>
            <a:off x="9203268" y="6356353"/>
            <a:ext cx="2821517"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eaLnBrk="1" hangingPunct="1">
              <a:buClrTx/>
              <a:buSzPct val="100000"/>
              <a:buFontTx/>
              <a:buNone/>
              <a:tabLst>
                <a:tab pos="542925" algn="l"/>
                <a:tab pos="1085850" algn="l"/>
              </a:tabLst>
              <a:defRPr sz="900">
                <a:solidFill>
                  <a:srgbClr val="FFFFFF"/>
                </a:solidFill>
                <a:latin typeface="Times New Roman" panose="02020603050405020304" pitchFamily="18" charset="0"/>
                <a:cs typeface="Lucida Sans Unicode" panose="020B0602030504020204" pitchFamily="34" charset="0"/>
              </a:defRPr>
            </a:lvl1pPr>
          </a:lstStyle>
          <a:p>
            <a:pPr>
              <a:defRPr/>
            </a:pPr>
            <a:fld id="{77D17EF7-F924-4D83-B84C-2A0065D9ECE7}" type="slidenum">
              <a:rPr lang="nl-BE" altLang="nl-BE"/>
              <a:pPr>
                <a:defRPr/>
              </a:pPr>
              <a:t>‹#›</a:t>
            </a:fld>
            <a:endParaRPr lang="nl-BE" altLang="nl-BE"/>
          </a:p>
        </p:txBody>
      </p:sp>
    </p:spTree>
    <p:extLst>
      <p:ext uri="{BB962C8B-B14F-4D97-AF65-F5344CB8AC3E}">
        <p14:creationId xmlns:p14="http://schemas.microsoft.com/office/powerpoint/2010/main" val="26357595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ctr" defTabSz="336947" rtl="0" eaLnBrk="1" fontAlgn="base" hangingPunct="1">
        <a:spcBef>
          <a:spcPct val="0"/>
        </a:spcBef>
        <a:spcAft>
          <a:spcPct val="0"/>
        </a:spcAft>
        <a:buClr>
          <a:srgbClr val="000000"/>
        </a:buClr>
        <a:buSzPct val="100000"/>
        <a:buFont typeface="Times New Roman" panose="02020603050405020304" pitchFamily="18" charset="0"/>
        <a:defRPr sz="3300" kern="1200">
          <a:solidFill>
            <a:srgbClr val="3F3F3F"/>
          </a:solidFill>
          <a:latin typeface="+mj-lt"/>
          <a:ea typeface="+mj-ea"/>
          <a:cs typeface="+mj-cs"/>
        </a:defRPr>
      </a:lvl1pPr>
      <a:lvl2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2pPr>
      <a:lvl3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3pPr>
      <a:lvl4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4pPr>
      <a:lvl5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5pPr>
      <a:lvl6pPr marL="18859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6pPr>
      <a:lvl7pPr marL="22288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7pPr>
      <a:lvl8pPr marL="25717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8pPr>
      <a:lvl9pPr marL="29146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9pPr>
    </p:titleStyle>
    <p:bodyStyle>
      <a:lvl1pPr marL="257175" indent="-257175" algn="l" defTabSz="336947" rtl="0" eaLnBrk="1" fontAlgn="base" hangingPunct="1">
        <a:spcBef>
          <a:spcPts val="600"/>
        </a:spcBef>
        <a:spcAft>
          <a:spcPct val="0"/>
        </a:spcAft>
        <a:buClr>
          <a:srgbClr val="000000"/>
        </a:buClr>
        <a:buSzPct val="100000"/>
        <a:buFont typeface="Times New Roman" panose="02020603050405020304" pitchFamily="18" charset="0"/>
        <a:defRPr sz="2400" kern="1200">
          <a:solidFill>
            <a:srgbClr val="3F3F3F"/>
          </a:solidFill>
          <a:latin typeface="+mn-lt"/>
          <a:ea typeface="+mn-ea"/>
          <a:cs typeface="+mn-cs"/>
        </a:defRPr>
      </a:lvl1pPr>
      <a:lvl2pPr marL="557213" indent="-214313" algn="l" defTabSz="336947" rtl="0" eaLnBrk="1" fontAlgn="base" hangingPunct="1">
        <a:spcBef>
          <a:spcPts val="525"/>
        </a:spcBef>
        <a:spcAft>
          <a:spcPct val="0"/>
        </a:spcAft>
        <a:buClr>
          <a:srgbClr val="000000"/>
        </a:buClr>
        <a:buSzPct val="100000"/>
        <a:buFont typeface="Times New Roman" panose="02020603050405020304" pitchFamily="18" charset="0"/>
        <a:defRPr sz="2100" kern="1200">
          <a:solidFill>
            <a:srgbClr val="3F3F3F"/>
          </a:solidFill>
          <a:latin typeface="+mn-lt"/>
          <a:ea typeface="+mn-ea"/>
          <a:cs typeface="+mn-cs"/>
        </a:defRPr>
      </a:lvl2pPr>
      <a:lvl3pPr marL="857250" indent="-171450" algn="l" defTabSz="336947" rtl="0" eaLnBrk="1" fontAlgn="base" hangingPunct="1">
        <a:spcBef>
          <a:spcPts val="450"/>
        </a:spcBef>
        <a:spcAft>
          <a:spcPct val="0"/>
        </a:spcAft>
        <a:buClr>
          <a:srgbClr val="000000"/>
        </a:buClr>
        <a:buSzPct val="100000"/>
        <a:buFont typeface="Times New Roman" panose="02020603050405020304" pitchFamily="18" charset="0"/>
        <a:defRPr sz="1800" kern="1200">
          <a:solidFill>
            <a:srgbClr val="3F3F3F"/>
          </a:solidFill>
          <a:latin typeface="+mn-lt"/>
          <a:ea typeface="+mn-ea"/>
          <a:cs typeface="+mn-cs"/>
        </a:defRPr>
      </a:lvl3pPr>
      <a:lvl4pPr marL="12001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4pPr>
      <a:lvl5pPr marL="15430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B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098" name="Picture 1"/>
          <p:cNvPicPr>
            <a:picLocks noChangeAspect="1" noChangeArrowheads="1"/>
          </p:cNvPicPr>
          <p:nvPr/>
        </p:nvPicPr>
        <p:blipFill>
          <a:blip r:embed="rId13">
            <a:extLst>
              <a:ext uri="{28A0092B-C50C-407E-A947-70E740481C1C}">
                <a14:useLocalDpi xmlns:a14="http://schemas.microsoft.com/office/drawing/2010/main" val="0"/>
              </a:ext>
            </a:extLst>
          </a:blip>
          <a:srcRect r="3429" b="2888"/>
          <a:stretch>
            <a:fillRect/>
          </a:stretch>
        </p:blipFill>
        <p:spPr bwMode="auto">
          <a:xfrm>
            <a:off x="0" y="-11113"/>
            <a:ext cx="12192000" cy="6896101"/>
          </a:xfrm>
          <a:prstGeom prst="rect">
            <a:avLst/>
          </a:prstGeom>
          <a:noFill/>
          <a:ln>
            <a:noFill/>
          </a:ln>
          <a:effectLst/>
          <a:extLst>
            <a:ext uri="{909E8E84-426E-40DD-AFC4-6F175D3DCCD1}">
              <a14:hiddenFill xmlns:a14="http://schemas.microsoft.com/office/drawing/2010/main">
                <a:blipFill dpi="0" rotWithShape="0">
                  <a:blip/>
                  <a:srcRect r="3429" b="2888"/>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9" name="Rectangle 2"/>
          <p:cNvSpPr>
            <a:spLocks noGrp="1" noChangeArrowheads="1"/>
          </p:cNvSpPr>
          <p:nvPr>
            <p:ph type="title"/>
          </p:nvPr>
        </p:nvSpPr>
        <p:spPr bwMode="auto">
          <a:xfrm>
            <a:off x="609600" y="274641"/>
            <a:ext cx="10949517"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nl-BE"/>
              <a:t>Click to edit the title text format</a:t>
            </a:r>
          </a:p>
        </p:txBody>
      </p:sp>
      <p:sp>
        <p:nvSpPr>
          <p:cNvPr id="4100" name="Rectangle 3"/>
          <p:cNvSpPr>
            <a:spLocks noGrp="1" noChangeArrowheads="1"/>
          </p:cNvSpPr>
          <p:nvPr>
            <p:ph type="body" idx="1"/>
          </p:nvPr>
        </p:nvSpPr>
        <p:spPr bwMode="auto">
          <a:xfrm>
            <a:off x="609600" y="1600200"/>
            <a:ext cx="10949517" cy="450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nl-BE"/>
              <a:t>Click to edit the outline text format</a:t>
            </a:r>
          </a:p>
          <a:p>
            <a:pPr lvl="1"/>
            <a:r>
              <a:rPr lang="en-GB" altLang="nl-BE"/>
              <a:t>Second Outline Level</a:t>
            </a:r>
          </a:p>
          <a:p>
            <a:pPr lvl="2"/>
            <a:r>
              <a:rPr lang="en-GB" altLang="nl-BE"/>
              <a:t>Third Outline Level</a:t>
            </a:r>
          </a:p>
          <a:p>
            <a:pPr lvl="3"/>
            <a:r>
              <a:rPr lang="en-GB" altLang="nl-BE"/>
              <a:t>Fourth Outline Level</a:t>
            </a:r>
          </a:p>
          <a:p>
            <a:pPr lvl="4"/>
            <a:r>
              <a:rPr lang="en-GB" altLang="nl-BE"/>
              <a:t>Fifth Outline Level</a:t>
            </a:r>
          </a:p>
          <a:p>
            <a:pPr lvl="4"/>
            <a:r>
              <a:rPr lang="en-GB" altLang="nl-BE"/>
              <a:t>Sixth Outline Level</a:t>
            </a:r>
          </a:p>
          <a:p>
            <a:pPr lvl="4"/>
            <a:r>
              <a:rPr lang="en-GB" altLang="nl-BE"/>
              <a:t>Seventh Outline Level</a:t>
            </a:r>
          </a:p>
          <a:p>
            <a:pPr lvl="4"/>
            <a:r>
              <a:rPr lang="en-GB" altLang="nl-BE"/>
              <a:t>Eighth Outline Level</a:t>
            </a:r>
          </a:p>
          <a:p>
            <a:pPr lvl="4"/>
            <a:r>
              <a:rPr lang="en-GB" altLang="nl-BE"/>
              <a:t>Ninth Outline Level</a:t>
            </a:r>
          </a:p>
        </p:txBody>
      </p:sp>
      <p:sp>
        <p:nvSpPr>
          <p:cNvPr id="2" name="Rectangle 4"/>
          <p:cNvSpPr>
            <a:spLocks noGrp="1" noChangeArrowheads="1"/>
          </p:cNvSpPr>
          <p:nvPr>
            <p:ph type="sldNum"/>
          </p:nvPr>
        </p:nvSpPr>
        <p:spPr bwMode="auto">
          <a:xfrm>
            <a:off x="9347200" y="6475413"/>
            <a:ext cx="2821517"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eaLnBrk="1" hangingPunct="1">
              <a:buClrTx/>
              <a:buSzPct val="100000"/>
              <a:buFontTx/>
              <a:buNone/>
              <a:tabLst>
                <a:tab pos="542925" algn="l"/>
                <a:tab pos="1085850" algn="l"/>
              </a:tabLst>
              <a:defRPr sz="900">
                <a:solidFill>
                  <a:srgbClr val="929292"/>
                </a:solidFill>
                <a:latin typeface="Times New Roman" panose="02020603050405020304" pitchFamily="18" charset="0"/>
                <a:cs typeface="Lucida Sans Unicode" panose="020B0602030504020204" pitchFamily="34" charset="0"/>
              </a:defRPr>
            </a:lvl1pPr>
          </a:lstStyle>
          <a:p>
            <a:pPr>
              <a:defRPr/>
            </a:pPr>
            <a:fld id="{6941AD34-42BB-498C-BF4C-E356AC1E8F2D}" type="slidenum">
              <a:rPr lang="nl-BE" altLang="nl-BE"/>
              <a:pPr>
                <a:defRPr/>
              </a:pPr>
              <a:t>‹#›</a:t>
            </a:fld>
            <a:endParaRPr lang="nl-BE" altLang="nl-BE"/>
          </a:p>
        </p:txBody>
      </p:sp>
    </p:spTree>
    <p:extLst>
      <p:ext uri="{BB962C8B-B14F-4D97-AF65-F5344CB8AC3E}">
        <p14:creationId xmlns:p14="http://schemas.microsoft.com/office/powerpoint/2010/main" val="33071207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ctr" defTabSz="336947" rtl="0" eaLnBrk="1" fontAlgn="base" hangingPunct="1">
        <a:spcBef>
          <a:spcPct val="0"/>
        </a:spcBef>
        <a:spcAft>
          <a:spcPct val="0"/>
        </a:spcAft>
        <a:buClr>
          <a:srgbClr val="000000"/>
        </a:buClr>
        <a:buSzPct val="100000"/>
        <a:buFont typeface="Times New Roman" panose="02020603050405020304" pitchFamily="18" charset="0"/>
        <a:defRPr sz="3300" kern="1200">
          <a:solidFill>
            <a:srgbClr val="3F3F3F"/>
          </a:solidFill>
          <a:latin typeface="+mj-lt"/>
          <a:ea typeface="+mj-ea"/>
          <a:cs typeface="+mj-cs"/>
        </a:defRPr>
      </a:lvl1pPr>
      <a:lvl2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2pPr>
      <a:lvl3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3pPr>
      <a:lvl4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4pPr>
      <a:lvl5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5pPr>
      <a:lvl6pPr marL="18859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6pPr>
      <a:lvl7pPr marL="22288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7pPr>
      <a:lvl8pPr marL="25717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8pPr>
      <a:lvl9pPr marL="29146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9pPr>
    </p:titleStyle>
    <p:bodyStyle>
      <a:lvl1pPr marL="257175" indent="-257175" algn="l" defTabSz="336947" rtl="0" eaLnBrk="1" fontAlgn="base" hangingPunct="1">
        <a:spcBef>
          <a:spcPts val="600"/>
        </a:spcBef>
        <a:spcAft>
          <a:spcPct val="0"/>
        </a:spcAft>
        <a:buClr>
          <a:srgbClr val="000000"/>
        </a:buClr>
        <a:buSzPct val="100000"/>
        <a:buFont typeface="Times New Roman" panose="02020603050405020304" pitchFamily="18" charset="0"/>
        <a:defRPr sz="2400" kern="1200">
          <a:solidFill>
            <a:srgbClr val="3F3F3F"/>
          </a:solidFill>
          <a:latin typeface="+mn-lt"/>
          <a:ea typeface="+mn-ea"/>
          <a:cs typeface="+mn-cs"/>
        </a:defRPr>
      </a:lvl1pPr>
      <a:lvl2pPr marL="557213" indent="-214313" algn="l" defTabSz="336947" rtl="0" eaLnBrk="1" fontAlgn="base" hangingPunct="1">
        <a:spcBef>
          <a:spcPts val="525"/>
        </a:spcBef>
        <a:spcAft>
          <a:spcPct val="0"/>
        </a:spcAft>
        <a:buClr>
          <a:srgbClr val="000000"/>
        </a:buClr>
        <a:buSzPct val="100000"/>
        <a:buFont typeface="Times New Roman" panose="02020603050405020304" pitchFamily="18" charset="0"/>
        <a:defRPr sz="2100" kern="1200">
          <a:solidFill>
            <a:srgbClr val="3F3F3F"/>
          </a:solidFill>
          <a:latin typeface="+mn-lt"/>
          <a:ea typeface="+mn-ea"/>
          <a:cs typeface="+mn-cs"/>
        </a:defRPr>
      </a:lvl2pPr>
      <a:lvl3pPr marL="857250" indent="-171450" algn="l" defTabSz="336947" rtl="0" eaLnBrk="1" fontAlgn="base" hangingPunct="1">
        <a:spcBef>
          <a:spcPts val="450"/>
        </a:spcBef>
        <a:spcAft>
          <a:spcPct val="0"/>
        </a:spcAft>
        <a:buClr>
          <a:srgbClr val="000000"/>
        </a:buClr>
        <a:buSzPct val="100000"/>
        <a:buFont typeface="Times New Roman" panose="02020603050405020304" pitchFamily="18" charset="0"/>
        <a:defRPr sz="1800" kern="1200">
          <a:solidFill>
            <a:srgbClr val="3F3F3F"/>
          </a:solidFill>
          <a:latin typeface="+mn-lt"/>
          <a:ea typeface="+mn-ea"/>
          <a:cs typeface="+mn-cs"/>
        </a:defRPr>
      </a:lvl3pPr>
      <a:lvl4pPr marL="12001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4pPr>
      <a:lvl5pPr marL="15430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B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146" name="Picture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47" name="Rectangle 2"/>
          <p:cNvSpPr>
            <a:spLocks noGrp="1" noChangeArrowheads="1"/>
          </p:cNvSpPr>
          <p:nvPr>
            <p:ph type="title"/>
          </p:nvPr>
        </p:nvSpPr>
        <p:spPr bwMode="auto">
          <a:xfrm>
            <a:off x="609600" y="274641"/>
            <a:ext cx="10949517"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nl-BE"/>
              <a:t>Click to edit the title text format</a:t>
            </a:r>
          </a:p>
        </p:txBody>
      </p:sp>
      <p:sp>
        <p:nvSpPr>
          <p:cNvPr id="6148" name="Rectangle 3"/>
          <p:cNvSpPr>
            <a:spLocks noGrp="1" noChangeArrowheads="1"/>
          </p:cNvSpPr>
          <p:nvPr>
            <p:ph type="body" idx="1"/>
          </p:nvPr>
        </p:nvSpPr>
        <p:spPr bwMode="auto">
          <a:xfrm>
            <a:off x="609600" y="1600200"/>
            <a:ext cx="10949517" cy="450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nl-BE"/>
              <a:t>Click to edit the outline text format</a:t>
            </a:r>
          </a:p>
          <a:p>
            <a:pPr lvl="1"/>
            <a:r>
              <a:rPr lang="en-GB" altLang="nl-BE"/>
              <a:t>Second Outline Level</a:t>
            </a:r>
          </a:p>
          <a:p>
            <a:pPr lvl="2"/>
            <a:r>
              <a:rPr lang="en-GB" altLang="nl-BE"/>
              <a:t>Third Outline Level</a:t>
            </a:r>
          </a:p>
          <a:p>
            <a:pPr lvl="3"/>
            <a:r>
              <a:rPr lang="en-GB" altLang="nl-BE"/>
              <a:t>Fourth Outline Level</a:t>
            </a:r>
          </a:p>
          <a:p>
            <a:pPr lvl="4"/>
            <a:r>
              <a:rPr lang="en-GB" altLang="nl-BE"/>
              <a:t>Fifth Outline Level</a:t>
            </a:r>
          </a:p>
          <a:p>
            <a:pPr lvl="4"/>
            <a:r>
              <a:rPr lang="en-GB" altLang="nl-BE"/>
              <a:t>Sixth Outline Level</a:t>
            </a:r>
          </a:p>
          <a:p>
            <a:pPr lvl="4"/>
            <a:r>
              <a:rPr lang="en-GB" altLang="nl-BE"/>
              <a:t>Seventh Outline Level</a:t>
            </a:r>
          </a:p>
          <a:p>
            <a:pPr lvl="4"/>
            <a:r>
              <a:rPr lang="en-GB" altLang="nl-BE"/>
              <a:t>Eighth Outline Level</a:t>
            </a:r>
          </a:p>
          <a:p>
            <a:pPr lvl="4"/>
            <a:r>
              <a:rPr lang="en-GB" altLang="nl-BE"/>
              <a:t>Ninth Outline Level</a:t>
            </a:r>
          </a:p>
        </p:txBody>
      </p:sp>
      <p:sp>
        <p:nvSpPr>
          <p:cNvPr id="2" name="Rectangle 4"/>
          <p:cNvSpPr>
            <a:spLocks noGrp="1" noChangeArrowheads="1"/>
          </p:cNvSpPr>
          <p:nvPr>
            <p:ph type="sldNum"/>
          </p:nvPr>
        </p:nvSpPr>
        <p:spPr bwMode="auto">
          <a:xfrm>
            <a:off x="9347200" y="6475413"/>
            <a:ext cx="2821517"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eaLnBrk="1" hangingPunct="1">
              <a:buClrTx/>
              <a:buSzPct val="100000"/>
              <a:buFontTx/>
              <a:buNone/>
              <a:tabLst>
                <a:tab pos="542925" algn="l"/>
                <a:tab pos="1085850" algn="l"/>
              </a:tabLst>
              <a:defRPr sz="900">
                <a:solidFill>
                  <a:srgbClr val="929292"/>
                </a:solidFill>
                <a:latin typeface="Times New Roman" panose="02020603050405020304" pitchFamily="18" charset="0"/>
                <a:cs typeface="Lucida Sans Unicode" panose="020B0602030504020204" pitchFamily="34" charset="0"/>
              </a:defRPr>
            </a:lvl1pPr>
          </a:lstStyle>
          <a:p>
            <a:pPr>
              <a:defRPr/>
            </a:pPr>
            <a:fld id="{84E18816-9242-423E-90D3-D270AB2F83C1}" type="slidenum">
              <a:rPr lang="nl-BE" altLang="nl-BE"/>
              <a:pPr>
                <a:defRPr/>
              </a:pPr>
              <a:t>‹#›</a:t>
            </a:fld>
            <a:endParaRPr lang="nl-BE" altLang="nl-BE"/>
          </a:p>
        </p:txBody>
      </p:sp>
    </p:spTree>
    <p:extLst>
      <p:ext uri="{BB962C8B-B14F-4D97-AF65-F5344CB8AC3E}">
        <p14:creationId xmlns:p14="http://schemas.microsoft.com/office/powerpoint/2010/main" val="2994666364"/>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ctr" defTabSz="336947" rtl="0" eaLnBrk="1" fontAlgn="base" hangingPunct="1">
        <a:spcBef>
          <a:spcPct val="0"/>
        </a:spcBef>
        <a:spcAft>
          <a:spcPct val="0"/>
        </a:spcAft>
        <a:buClr>
          <a:srgbClr val="000000"/>
        </a:buClr>
        <a:buSzPct val="100000"/>
        <a:buFont typeface="Times New Roman" panose="02020603050405020304" pitchFamily="18" charset="0"/>
        <a:defRPr sz="3300" kern="1200">
          <a:solidFill>
            <a:srgbClr val="3F3F3F"/>
          </a:solidFill>
          <a:latin typeface="+mj-lt"/>
          <a:ea typeface="+mj-ea"/>
          <a:cs typeface="+mj-cs"/>
        </a:defRPr>
      </a:lvl1pPr>
      <a:lvl2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2pPr>
      <a:lvl3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3pPr>
      <a:lvl4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4pPr>
      <a:lvl5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5pPr>
      <a:lvl6pPr marL="18859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6pPr>
      <a:lvl7pPr marL="22288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7pPr>
      <a:lvl8pPr marL="25717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8pPr>
      <a:lvl9pPr marL="29146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9pPr>
    </p:titleStyle>
    <p:bodyStyle>
      <a:lvl1pPr marL="257175" indent="-257175" algn="l" defTabSz="336947" rtl="0" eaLnBrk="1" fontAlgn="base" hangingPunct="1">
        <a:spcBef>
          <a:spcPts val="600"/>
        </a:spcBef>
        <a:spcAft>
          <a:spcPct val="0"/>
        </a:spcAft>
        <a:buClr>
          <a:srgbClr val="000000"/>
        </a:buClr>
        <a:buSzPct val="100000"/>
        <a:buFont typeface="Times New Roman" panose="02020603050405020304" pitchFamily="18" charset="0"/>
        <a:defRPr sz="2400" kern="1200">
          <a:solidFill>
            <a:srgbClr val="3F3F3F"/>
          </a:solidFill>
          <a:latin typeface="+mn-lt"/>
          <a:ea typeface="+mn-ea"/>
          <a:cs typeface="+mn-cs"/>
        </a:defRPr>
      </a:lvl1pPr>
      <a:lvl2pPr marL="557213" indent="-214313" algn="l" defTabSz="336947" rtl="0" eaLnBrk="1" fontAlgn="base" hangingPunct="1">
        <a:spcBef>
          <a:spcPts val="525"/>
        </a:spcBef>
        <a:spcAft>
          <a:spcPct val="0"/>
        </a:spcAft>
        <a:buClr>
          <a:srgbClr val="000000"/>
        </a:buClr>
        <a:buSzPct val="100000"/>
        <a:buFont typeface="Times New Roman" panose="02020603050405020304" pitchFamily="18" charset="0"/>
        <a:defRPr sz="2100" kern="1200">
          <a:solidFill>
            <a:srgbClr val="3F3F3F"/>
          </a:solidFill>
          <a:latin typeface="+mn-lt"/>
          <a:ea typeface="+mn-ea"/>
          <a:cs typeface="+mn-cs"/>
        </a:defRPr>
      </a:lvl2pPr>
      <a:lvl3pPr marL="857250" indent="-171450" algn="l" defTabSz="336947" rtl="0" eaLnBrk="1" fontAlgn="base" hangingPunct="1">
        <a:spcBef>
          <a:spcPts val="450"/>
        </a:spcBef>
        <a:spcAft>
          <a:spcPct val="0"/>
        </a:spcAft>
        <a:buClr>
          <a:srgbClr val="000000"/>
        </a:buClr>
        <a:buSzPct val="100000"/>
        <a:buFont typeface="Times New Roman" panose="02020603050405020304" pitchFamily="18" charset="0"/>
        <a:defRPr sz="1800" kern="1200">
          <a:solidFill>
            <a:srgbClr val="3F3F3F"/>
          </a:solidFill>
          <a:latin typeface="+mn-lt"/>
          <a:ea typeface="+mn-ea"/>
          <a:cs typeface="+mn-cs"/>
        </a:defRPr>
      </a:lvl3pPr>
      <a:lvl4pPr marL="12001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4pPr>
      <a:lvl5pPr marL="15430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B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170" name="Picture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71" name="Rectangle 2"/>
          <p:cNvSpPr>
            <a:spLocks noGrp="1" noChangeArrowheads="1"/>
          </p:cNvSpPr>
          <p:nvPr>
            <p:ph type="title"/>
          </p:nvPr>
        </p:nvSpPr>
        <p:spPr bwMode="auto">
          <a:xfrm>
            <a:off x="609600" y="274641"/>
            <a:ext cx="10949517"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nl-BE"/>
              <a:t>Click to edit the title text format</a:t>
            </a:r>
          </a:p>
        </p:txBody>
      </p:sp>
      <p:sp>
        <p:nvSpPr>
          <p:cNvPr id="7172" name="Rectangle 3"/>
          <p:cNvSpPr>
            <a:spLocks noGrp="1" noChangeArrowheads="1"/>
          </p:cNvSpPr>
          <p:nvPr>
            <p:ph type="body" idx="1"/>
          </p:nvPr>
        </p:nvSpPr>
        <p:spPr bwMode="auto">
          <a:xfrm>
            <a:off x="609600" y="1600200"/>
            <a:ext cx="10949517" cy="450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nl-BE"/>
              <a:t>Click to edit the outline text format</a:t>
            </a:r>
          </a:p>
          <a:p>
            <a:pPr lvl="1"/>
            <a:r>
              <a:rPr lang="en-GB" altLang="nl-BE"/>
              <a:t>Second Outline Level</a:t>
            </a:r>
          </a:p>
          <a:p>
            <a:pPr lvl="2"/>
            <a:r>
              <a:rPr lang="en-GB" altLang="nl-BE"/>
              <a:t>Third Outline Level</a:t>
            </a:r>
          </a:p>
          <a:p>
            <a:pPr lvl="3"/>
            <a:r>
              <a:rPr lang="en-GB" altLang="nl-BE"/>
              <a:t>Fourth Outline Level</a:t>
            </a:r>
          </a:p>
          <a:p>
            <a:pPr lvl="4"/>
            <a:r>
              <a:rPr lang="en-GB" altLang="nl-BE"/>
              <a:t>Fifth Outline Level</a:t>
            </a:r>
          </a:p>
          <a:p>
            <a:pPr lvl="4"/>
            <a:r>
              <a:rPr lang="en-GB" altLang="nl-BE"/>
              <a:t>Sixth Outline Level</a:t>
            </a:r>
          </a:p>
          <a:p>
            <a:pPr lvl="4"/>
            <a:r>
              <a:rPr lang="en-GB" altLang="nl-BE"/>
              <a:t>Seventh Outline Level</a:t>
            </a:r>
          </a:p>
          <a:p>
            <a:pPr lvl="4"/>
            <a:r>
              <a:rPr lang="en-GB" altLang="nl-BE"/>
              <a:t>Eighth Outline Level</a:t>
            </a:r>
          </a:p>
          <a:p>
            <a:pPr lvl="4"/>
            <a:r>
              <a:rPr lang="en-GB" altLang="nl-BE"/>
              <a:t>Ninth Outline Level</a:t>
            </a:r>
          </a:p>
        </p:txBody>
      </p:sp>
      <p:sp>
        <p:nvSpPr>
          <p:cNvPr id="2" name="Rectangle 4"/>
          <p:cNvSpPr>
            <a:spLocks noGrp="1" noChangeArrowheads="1"/>
          </p:cNvSpPr>
          <p:nvPr>
            <p:ph type="sldNum"/>
          </p:nvPr>
        </p:nvSpPr>
        <p:spPr bwMode="auto">
          <a:xfrm>
            <a:off x="9167286" y="6356353"/>
            <a:ext cx="2821516"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eaLnBrk="1" hangingPunct="1">
              <a:buClrTx/>
              <a:buSzPct val="100000"/>
              <a:buFontTx/>
              <a:buNone/>
              <a:tabLst>
                <a:tab pos="542925" algn="l"/>
                <a:tab pos="1085850" algn="l"/>
              </a:tabLst>
              <a:defRPr sz="900">
                <a:solidFill>
                  <a:srgbClr val="929292"/>
                </a:solidFill>
                <a:latin typeface="Times New Roman" panose="02020603050405020304" pitchFamily="18" charset="0"/>
                <a:cs typeface="Lucida Sans Unicode" panose="020B0602030504020204" pitchFamily="34" charset="0"/>
              </a:defRPr>
            </a:lvl1pPr>
          </a:lstStyle>
          <a:p>
            <a:pPr>
              <a:defRPr/>
            </a:pPr>
            <a:fld id="{B5F39ED4-0BA9-41CD-B55C-5BE52FE30EF4}" type="slidenum">
              <a:rPr lang="nl-BE" altLang="nl-BE"/>
              <a:pPr>
                <a:defRPr/>
              </a:pPr>
              <a:t>‹#›</a:t>
            </a:fld>
            <a:endParaRPr lang="nl-BE" altLang="nl-BE"/>
          </a:p>
        </p:txBody>
      </p:sp>
    </p:spTree>
    <p:extLst>
      <p:ext uri="{BB962C8B-B14F-4D97-AF65-F5344CB8AC3E}">
        <p14:creationId xmlns:p14="http://schemas.microsoft.com/office/powerpoint/2010/main" val="811786883"/>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ctr" defTabSz="336947" rtl="0" eaLnBrk="1" fontAlgn="base" hangingPunct="1">
        <a:spcBef>
          <a:spcPct val="0"/>
        </a:spcBef>
        <a:spcAft>
          <a:spcPct val="0"/>
        </a:spcAft>
        <a:buClr>
          <a:srgbClr val="000000"/>
        </a:buClr>
        <a:buSzPct val="100000"/>
        <a:buFont typeface="Times New Roman" panose="02020603050405020304" pitchFamily="18" charset="0"/>
        <a:defRPr sz="3300" kern="1200">
          <a:solidFill>
            <a:srgbClr val="3F3F3F"/>
          </a:solidFill>
          <a:latin typeface="+mj-lt"/>
          <a:ea typeface="+mj-ea"/>
          <a:cs typeface="+mj-cs"/>
        </a:defRPr>
      </a:lvl1pPr>
      <a:lvl2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2pPr>
      <a:lvl3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3pPr>
      <a:lvl4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4pPr>
      <a:lvl5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5pPr>
      <a:lvl6pPr marL="18859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6pPr>
      <a:lvl7pPr marL="22288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7pPr>
      <a:lvl8pPr marL="25717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8pPr>
      <a:lvl9pPr marL="29146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9pPr>
    </p:titleStyle>
    <p:bodyStyle>
      <a:lvl1pPr marL="257175" indent="-257175" algn="l" defTabSz="336947" rtl="0" eaLnBrk="1" fontAlgn="base" hangingPunct="1">
        <a:spcBef>
          <a:spcPts val="600"/>
        </a:spcBef>
        <a:spcAft>
          <a:spcPct val="0"/>
        </a:spcAft>
        <a:buClr>
          <a:srgbClr val="000000"/>
        </a:buClr>
        <a:buSzPct val="100000"/>
        <a:buFont typeface="Times New Roman" panose="02020603050405020304" pitchFamily="18" charset="0"/>
        <a:defRPr sz="2400" kern="1200">
          <a:solidFill>
            <a:srgbClr val="3F3F3F"/>
          </a:solidFill>
          <a:latin typeface="+mn-lt"/>
          <a:ea typeface="+mn-ea"/>
          <a:cs typeface="+mn-cs"/>
        </a:defRPr>
      </a:lvl1pPr>
      <a:lvl2pPr marL="557213" indent="-214313" algn="l" defTabSz="336947" rtl="0" eaLnBrk="1" fontAlgn="base" hangingPunct="1">
        <a:spcBef>
          <a:spcPts val="525"/>
        </a:spcBef>
        <a:spcAft>
          <a:spcPct val="0"/>
        </a:spcAft>
        <a:buClr>
          <a:srgbClr val="000000"/>
        </a:buClr>
        <a:buSzPct val="100000"/>
        <a:buFont typeface="Times New Roman" panose="02020603050405020304" pitchFamily="18" charset="0"/>
        <a:defRPr sz="2100" kern="1200">
          <a:solidFill>
            <a:srgbClr val="3F3F3F"/>
          </a:solidFill>
          <a:latin typeface="+mn-lt"/>
          <a:ea typeface="+mn-ea"/>
          <a:cs typeface="+mn-cs"/>
        </a:defRPr>
      </a:lvl2pPr>
      <a:lvl3pPr marL="857250" indent="-171450" algn="l" defTabSz="336947" rtl="0" eaLnBrk="1" fontAlgn="base" hangingPunct="1">
        <a:spcBef>
          <a:spcPts val="450"/>
        </a:spcBef>
        <a:spcAft>
          <a:spcPct val="0"/>
        </a:spcAft>
        <a:buClr>
          <a:srgbClr val="000000"/>
        </a:buClr>
        <a:buSzPct val="100000"/>
        <a:buFont typeface="Times New Roman" panose="02020603050405020304" pitchFamily="18" charset="0"/>
        <a:defRPr sz="1800" kern="1200">
          <a:solidFill>
            <a:srgbClr val="3F3F3F"/>
          </a:solidFill>
          <a:latin typeface="+mn-lt"/>
          <a:ea typeface="+mn-ea"/>
          <a:cs typeface="+mn-cs"/>
        </a:defRPr>
      </a:lvl3pPr>
      <a:lvl4pPr marL="12001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4pPr>
      <a:lvl5pPr marL="15430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B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8194" name="Picture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5" name="Rectangle 2"/>
          <p:cNvSpPr>
            <a:spLocks noGrp="1" noChangeArrowheads="1"/>
          </p:cNvSpPr>
          <p:nvPr>
            <p:ph type="title"/>
          </p:nvPr>
        </p:nvSpPr>
        <p:spPr bwMode="auto">
          <a:xfrm>
            <a:off x="609600" y="274641"/>
            <a:ext cx="10949517"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nl-BE"/>
              <a:t>Click to edit the title text format</a:t>
            </a:r>
          </a:p>
        </p:txBody>
      </p:sp>
      <p:sp>
        <p:nvSpPr>
          <p:cNvPr id="8196" name="Rectangle 3"/>
          <p:cNvSpPr>
            <a:spLocks noGrp="1" noChangeArrowheads="1"/>
          </p:cNvSpPr>
          <p:nvPr>
            <p:ph type="body" idx="1"/>
          </p:nvPr>
        </p:nvSpPr>
        <p:spPr bwMode="auto">
          <a:xfrm>
            <a:off x="609600" y="1600200"/>
            <a:ext cx="10949517" cy="450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nl-BE"/>
              <a:t>Click to edit the outline text format</a:t>
            </a:r>
          </a:p>
          <a:p>
            <a:pPr lvl="1"/>
            <a:r>
              <a:rPr lang="en-GB" altLang="nl-BE"/>
              <a:t>Second Outline Level</a:t>
            </a:r>
          </a:p>
          <a:p>
            <a:pPr lvl="2"/>
            <a:r>
              <a:rPr lang="en-GB" altLang="nl-BE"/>
              <a:t>Third Outline Level</a:t>
            </a:r>
          </a:p>
          <a:p>
            <a:pPr lvl="3"/>
            <a:r>
              <a:rPr lang="en-GB" altLang="nl-BE"/>
              <a:t>Fourth Outline Level</a:t>
            </a:r>
          </a:p>
          <a:p>
            <a:pPr lvl="4"/>
            <a:r>
              <a:rPr lang="en-GB" altLang="nl-BE"/>
              <a:t>Fifth Outline Level</a:t>
            </a:r>
          </a:p>
          <a:p>
            <a:pPr lvl="4"/>
            <a:r>
              <a:rPr lang="en-GB" altLang="nl-BE"/>
              <a:t>Sixth Outline Level</a:t>
            </a:r>
          </a:p>
          <a:p>
            <a:pPr lvl="4"/>
            <a:r>
              <a:rPr lang="en-GB" altLang="nl-BE"/>
              <a:t>Seventh Outline Level</a:t>
            </a:r>
          </a:p>
          <a:p>
            <a:pPr lvl="4"/>
            <a:r>
              <a:rPr lang="en-GB" altLang="nl-BE"/>
              <a:t>Eighth Outline Level</a:t>
            </a:r>
          </a:p>
          <a:p>
            <a:pPr lvl="4"/>
            <a:r>
              <a:rPr lang="en-GB" altLang="nl-BE"/>
              <a:t>Ninth Outline Level</a:t>
            </a:r>
          </a:p>
        </p:txBody>
      </p:sp>
    </p:spTree>
    <p:extLst>
      <p:ext uri="{BB962C8B-B14F-4D97-AF65-F5344CB8AC3E}">
        <p14:creationId xmlns:p14="http://schemas.microsoft.com/office/powerpoint/2010/main" val="14616096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ctr" defTabSz="336947" rtl="0" eaLnBrk="1" fontAlgn="base" hangingPunct="1">
        <a:spcBef>
          <a:spcPct val="0"/>
        </a:spcBef>
        <a:spcAft>
          <a:spcPct val="0"/>
        </a:spcAft>
        <a:buClr>
          <a:srgbClr val="000000"/>
        </a:buClr>
        <a:buSzPct val="100000"/>
        <a:buFont typeface="Times New Roman" panose="02020603050405020304" pitchFamily="18" charset="0"/>
        <a:defRPr sz="3300" kern="1200">
          <a:solidFill>
            <a:srgbClr val="3F3F3F"/>
          </a:solidFill>
          <a:latin typeface="+mj-lt"/>
          <a:ea typeface="+mj-ea"/>
          <a:cs typeface="+mj-cs"/>
        </a:defRPr>
      </a:lvl1pPr>
      <a:lvl2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2pPr>
      <a:lvl3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3pPr>
      <a:lvl4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4pPr>
      <a:lvl5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5pPr>
      <a:lvl6pPr marL="18859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6pPr>
      <a:lvl7pPr marL="22288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7pPr>
      <a:lvl8pPr marL="25717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8pPr>
      <a:lvl9pPr marL="29146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9pPr>
    </p:titleStyle>
    <p:bodyStyle>
      <a:lvl1pPr marL="257175" indent="-257175" algn="l" defTabSz="336947" rtl="0" eaLnBrk="1" fontAlgn="base" hangingPunct="1">
        <a:spcBef>
          <a:spcPts val="600"/>
        </a:spcBef>
        <a:spcAft>
          <a:spcPct val="0"/>
        </a:spcAft>
        <a:buClr>
          <a:srgbClr val="000000"/>
        </a:buClr>
        <a:buSzPct val="100000"/>
        <a:buFont typeface="Times New Roman" panose="02020603050405020304" pitchFamily="18" charset="0"/>
        <a:defRPr sz="2400" kern="1200">
          <a:solidFill>
            <a:srgbClr val="3F3F3F"/>
          </a:solidFill>
          <a:latin typeface="+mn-lt"/>
          <a:ea typeface="+mn-ea"/>
          <a:cs typeface="+mn-cs"/>
        </a:defRPr>
      </a:lvl1pPr>
      <a:lvl2pPr marL="557213" indent="-214313" algn="l" defTabSz="336947" rtl="0" eaLnBrk="1" fontAlgn="base" hangingPunct="1">
        <a:spcBef>
          <a:spcPts val="525"/>
        </a:spcBef>
        <a:spcAft>
          <a:spcPct val="0"/>
        </a:spcAft>
        <a:buClr>
          <a:srgbClr val="000000"/>
        </a:buClr>
        <a:buSzPct val="100000"/>
        <a:buFont typeface="Times New Roman" panose="02020603050405020304" pitchFamily="18" charset="0"/>
        <a:defRPr sz="2100" kern="1200">
          <a:solidFill>
            <a:srgbClr val="3F3F3F"/>
          </a:solidFill>
          <a:latin typeface="+mn-lt"/>
          <a:ea typeface="+mn-ea"/>
          <a:cs typeface="+mn-cs"/>
        </a:defRPr>
      </a:lvl2pPr>
      <a:lvl3pPr marL="857250" indent="-171450" algn="l" defTabSz="336947" rtl="0" eaLnBrk="1" fontAlgn="base" hangingPunct="1">
        <a:spcBef>
          <a:spcPts val="450"/>
        </a:spcBef>
        <a:spcAft>
          <a:spcPct val="0"/>
        </a:spcAft>
        <a:buClr>
          <a:srgbClr val="000000"/>
        </a:buClr>
        <a:buSzPct val="100000"/>
        <a:buFont typeface="Times New Roman" panose="02020603050405020304" pitchFamily="18" charset="0"/>
        <a:defRPr sz="1800" kern="1200">
          <a:solidFill>
            <a:srgbClr val="3F3F3F"/>
          </a:solidFill>
          <a:latin typeface="+mn-lt"/>
          <a:ea typeface="+mn-ea"/>
          <a:cs typeface="+mn-cs"/>
        </a:defRPr>
      </a:lvl3pPr>
      <a:lvl4pPr marL="12001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4pPr>
      <a:lvl5pPr marL="15430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B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bwMode="auto">
          <a:xfrm>
            <a:off x="609600" y="274641"/>
            <a:ext cx="10949517"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nl-BE"/>
              <a:t>Click to edit the title text format</a:t>
            </a:r>
          </a:p>
        </p:txBody>
      </p:sp>
      <p:sp>
        <p:nvSpPr>
          <p:cNvPr id="10243" name="Rectangle 2"/>
          <p:cNvSpPr>
            <a:spLocks noGrp="1" noChangeArrowheads="1"/>
          </p:cNvSpPr>
          <p:nvPr>
            <p:ph type="body" idx="1"/>
          </p:nvPr>
        </p:nvSpPr>
        <p:spPr bwMode="auto">
          <a:xfrm>
            <a:off x="609600" y="1600200"/>
            <a:ext cx="10949517" cy="450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nl-BE"/>
              <a:t>Click to edit the outline text format</a:t>
            </a:r>
          </a:p>
          <a:p>
            <a:pPr lvl="1"/>
            <a:r>
              <a:rPr lang="en-GB" altLang="nl-BE"/>
              <a:t>Second Outline Level</a:t>
            </a:r>
          </a:p>
          <a:p>
            <a:pPr lvl="2"/>
            <a:r>
              <a:rPr lang="en-GB" altLang="nl-BE"/>
              <a:t>Third Outline Level</a:t>
            </a:r>
          </a:p>
          <a:p>
            <a:pPr lvl="3"/>
            <a:r>
              <a:rPr lang="en-GB" altLang="nl-BE"/>
              <a:t>Fourth Outline Level</a:t>
            </a:r>
          </a:p>
          <a:p>
            <a:pPr lvl="4"/>
            <a:r>
              <a:rPr lang="en-GB" altLang="nl-BE"/>
              <a:t>Fifth Outline Level</a:t>
            </a:r>
          </a:p>
          <a:p>
            <a:pPr lvl="4"/>
            <a:r>
              <a:rPr lang="en-GB" altLang="nl-BE"/>
              <a:t>Sixth Outline Level</a:t>
            </a:r>
          </a:p>
          <a:p>
            <a:pPr lvl="4"/>
            <a:r>
              <a:rPr lang="en-GB" altLang="nl-BE"/>
              <a:t>Seventh Outline Level</a:t>
            </a:r>
          </a:p>
          <a:p>
            <a:pPr lvl="4"/>
            <a:r>
              <a:rPr lang="en-GB" altLang="nl-BE"/>
              <a:t>Eighth Outline Level</a:t>
            </a:r>
          </a:p>
          <a:p>
            <a:pPr lvl="4"/>
            <a:r>
              <a:rPr lang="en-GB" altLang="nl-BE"/>
              <a:t>Ninth Outline Level</a:t>
            </a:r>
          </a:p>
        </p:txBody>
      </p:sp>
      <p:sp>
        <p:nvSpPr>
          <p:cNvPr id="2" name="Rectangle 3"/>
          <p:cNvSpPr>
            <a:spLocks noGrp="1" noChangeArrowheads="1"/>
          </p:cNvSpPr>
          <p:nvPr>
            <p:ph type="sldNum"/>
          </p:nvPr>
        </p:nvSpPr>
        <p:spPr bwMode="auto">
          <a:xfrm>
            <a:off x="8737600" y="6356353"/>
            <a:ext cx="2821517"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eaLnBrk="1" hangingPunct="1">
              <a:buClrTx/>
              <a:buSzPct val="100000"/>
              <a:buFontTx/>
              <a:buNone/>
              <a:tabLst>
                <a:tab pos="542925" algn="l"/>
                <a:tab pos="1085850" algn="l"/>
              </a:tabLst>
              <a:defRPr sz="900">
                <a:solidFill>
                  <a:srgbClr val="929292"/>
                </a:solidFill>
                <a:latin typeface="Times New Roman" panose="02020603050405020304" pitchFamily="18" charset="0"/>
                <a:cs typeface="Lucida Sans Unicode" panose="020B0602030504020204" pitchFamily="34" charset="0"/>
              </a:defRPr>
            </a:lvl1pPr>
          </a:lstStyle>
          <a:p>
            <a:pPr>
              <a:defRPr/>
            </a:pPr>
            <a:r>
              <a:rPr lang="nl-NL" altLang="nl-BE"/>
              <a:t>© </a:t>
            </a:r>
            <a:r>
              <a:rPr lang="nl-NL" altLang="nl-BE" b="1"/>
              <a:t>artesis</a:t>
            </a:r>
            <a:r>
              <a:rPr lang="nl-NL" altLang="nl-BE"/>
              <a:t> 2008 | </a:t>
            </a:r>
            <a:fld id="{61FFB153-D8C4-4243-AC21-FE3ADC2487E7}" type="slidenum">
              <a:rPr lang="nl-NL" altLang="nl-BE"/>
              <a:pPr>
                <a:defRPr/>
              </a:pPr>
              <a:t>‹#›</a:t>
            </a:fld>
            <a:endParaRPr lang="nl-NL" altLang="nl-BE"/>
          </a:p>
        </p:txBody>
      </p:sp>
    </p:spTree>
    <p:extLst>
      <p:ext uri="{BB962C8B-B14F-4D97-AF65-F5344CB8AC3E}">
        <p14:creationId xmlns:p14="http://schemas.microsoft.com/office/powerpoint/2010/main" val="338086873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ftr="0" dt="0"/>
  <p:txStyles>
    <p:titleStyle>
      <a:lvl1pPr algn="ctr" defTabSz="336947" rtl="0" eaLnBrk="1" fontAlgn="base" hangingPunct="1">
        <a:spcBef>
          <a:spcPct val="0"/>
        </a:spcBef>
        <a:spcAft>
          <a:spcPct val="0"/>
        </a:spcAft>
        <a:buClr>
          <a:srgbClr val="000000"/>
        </a:buClr>
        <a:buSzPct val="100000"/>
        <a:buFont typeface="Times New Roman" panose="02020603050405020304" pitchFamily="18" charset="0"/>
        <a:defRPr sz="3300" kern="1200">
          <a:solidFill>
            <a:srgbClr val="3F3F3F"/>
          </a:solidFill>
          <a:latin typeface="+mj-lt"/>
          <a:ea typeface="+mj-ea"/>
          <a:cs typeface="+mj-cs"/>
        </a:defRPr>
      </a:lvl1pPr>
      <a:lvl2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2pPr>
      <a:lvl3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3pPr>
      <a:lvl4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4pPr>
      <a:lvl5pPr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5pPr>
      <a:lvl6pPr marL="18859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6pPr>
      <a:lvl7pPr marL="22288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7pPr>
      <a:lvl8pPr marL="25717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8pPr>
      <a:lvl9pPr marL="2914650" indent="-171450" algn="ctr" defTabSz="336947" rtl="0" eaLnBrk="1" fontAlgn="base" hangingPunct="1">
        <a:spcBef>
          <a:spcPct val="0"/>
        </a:spcBef>
        <a:spcAft>
          <a:spcPct val="0"/>
        </a:spcAft>
        <a:buClr>
          <a:srgbClr val="000000"/>
        </a:buClr>
        <a:buSzPct val="100000"/>
        <a:buFont typeface="Times New Roman" panose="02020603050405020304" pitchFamily="18" charset="0"/>
        <a:defRPr sz="3300">
          <a:solidFill>
            <a:srgbClr val="3F3F3F"/>
          </a:solidFill>
          <a:latin typeface="Arial" panose="020B0604020202020204" pitchFamily="34" charset="0"/>
          <a:ea typeface="Microsoft YaHei" panose="020B0503020204020204" pitchFamily="34" charset="-122"/>
        </a:defRPr>
      </a:lvl9pPr>
    </p:titleStyle>
    <p:bodyStyle>
      <a:lvl1pPr marL="257175" indent="-257175" algn="l" defTabSz="336947" rtl="0" eaLnBrk="1" fontAlgn="base" hangingPunct="1">
        <a:spcBef>
          <a:spcPts val="600"/>
        </a:spcBef>
        <a:spcAft>
          <a:spcPct val="0"/>
        </a:spcAft>
        <a:buClr>
          <a:srgbClr val="000000"/>
        </a:buClr>
        <a:buSzPct val="100000"/>
        <a:buFont typeface="Times New Roman" panose="02020603050405020304" pitchFamily="18" charset="0"/>
        <a:defRPr sz="2400" kern="1200">
          <a:solidFill>
            <a:srgbClr val="3F3F3F"/>
          </a:solidFill>
          <a:latin typeface="+mn-lt"/>
          <a:ea typeface="+mn-ea"/>
          <a:cs typeface="+mn-cs"/>
        </a:defRPr>
      </a:lvl1pPr>
      <a:lvl2pPr marL="557213" indent="-214313" algn="l" defTabSz="336947" rtl="0" eaLnBrk="1" fontAlgn="base" hangingPunct="1">
        <a:spcBef>
          <a:spcPts val="525"/>
        </a:spcBef>
        <a:spcAft>
          <a:spcPct val="0"/>
        </a:spcAft>
        <a:buClr>
          <a:srgbClr val="000000"/>
        </a:buClr>
        <a:buSzPct val="100000"/>
        <a:buFont typeface="Times New Roman" panose="02020603050405020304" pitchFamily="18" charset="0"/>
        <a:defRPr sz="2100" kern="1200">
          <a:solidFill>
            <a:srgbClr val="3F3F3F"/>
          </a:solidFill>
          <a:latin typeface="+mn-lt"/>
          <a:ea typeface="+mn-ea"/>
          <a:cs typeface="+mn-cs"/>
        </a:defRPr>
      </a:lvl2pPr>
      <a:lvl3pPr marL="857250" indent="-171450" algn="l" defTabSz="336947" rtl="0" eaLnBrk="1" fontAlgn="base" hangingPunct="1">
        <a:spcBef>
          <a:spcPts val="450"/>
        </a:spcBef>
        <a:spcAft>
          <a:spcPct val="0"/>
        </a:spcAft>
        <a:buClr>
          <a:srgbClr val="000000"/>
        </a:buClr>
        <a:buSzPct val="100000"/>
        <a:buFont typeface="Times New Roman" panose="02020603050405020304" pitchFamily="18" charset="0"/>
        <a:defRPr sz="1800" kern="1200">
          <a:solidFill>
            <a:srgbClr val="3F3F3F"/>
          </a:solidFill>
          <a:latin typeface="+mn-lt"/>
          <a:ea typeface="+mn-ea"/>
          <a:cs typeface="+mn-cs"/>
        </a:defRPr>
      </a:lvl3pPr>
      <a:lvl4pPr marL="12001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4pPr>
      <a:lvl5pPr marL="1543050" indent="-171450" algn="l" defTabSz="336947" rtl="0" eaLnBrk="1" fontAlgn="base" hangingPunct="1">
        <a:spcBef>
          <a:spcPts val="375"/>
        </a:spcBef>
        <a:spcAft>
          <a:spcPct val="0"/>
        </a:spcAft>
        <a:buClr>
          <a:srgbClr val="000000"/>
        </a:buClr>
        <a:buSzPct val="100000"/>
        <a:buFont typeface="Times New Roman" panose="02020603050405020304" pitchFamily="18" charset="0"/>
        <a:defRPr sz="1500" kern="1200">
          <a:solidFill>
            <a:srgbClr val="3F3F3F"/>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B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learningapps.org/display?v=psbz8srt321"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mailto:edward@thecompany.be" TargetMode="External"/><Relationship Id="rId3" Type="http://schemas.openxmlformats.org/officeDocument/2006/relationships/hyperlink" Target="mailto:john@thecompany.be" TargetMode="External"/><Relationship Id="rId7" Type="http://schemas.openxmlformats.org/officeDocument/2006/relationships/hyperlink" Target="mailto:wah@thecompany.be;diego@thecompany.be" TargetMode="External"/><Relationship Id="rId2" Type="http://schemas.openxmlformats.org/officeDocument/2006/relationships/hyperlink" Target="mailto:sexybeast69@gmail.com" TargetMode="External"/><Relationship Id="rId1" Type="http://schemas.openxmlformats.org/officeDocument/2006/relationships/slideLayout" Target="../slideLayouts/slideLayout4.xml"/><Relationship Id="rId6" Type="http://schemas.openxmlformats.org/officeDocument/2006/relationships/hyperlink" Target="mailto:abdel@thecompany.be" TargetMode="External"/><Relationship Id="rId5" Type="http://schemas.openxmlformats.org/officeDocument/2006/relationships/hyperlink" Target="mailto:silvy@thecompany.be" TargetMode="External"/><Relationship Id="rId4" Type="http://schemas.openxmlformats.org/officeDocument/2006/relationships/hyperlink" Target="mailto:anne@thecompany.be" TargetMode="External"/><Relationship Id="rId9" Type="http://schemas.openxmlformats.org/officeDocument/2006/relationships/hyperlink" Target="mailto:elphonse@thecompany.be"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hyperlink" Target="mailto:bruce.wayne@ap.be" TargetMode="External"/><Relationship Id="rId2" Type="http://schemas.openxmlformats.org/officeDocument/2006/relationships/hyperlink" Target="mailto:ruben.barkman@student.ap.be" TargetMode="External"/><Relationship Id="rId1" Type="http://schemas.openxmlformats.org/officeDocument/2006/relationships/slideLayout" Target="../slideLayouts/slideLayout4.xml"/><Relationship Id="rId4" Type="http://schemas.openxmlformats.org/officeDocument/2006/relationships/hyperlink" Target="mailto:bruce.banner@ap.be"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mailto:bruce.wayne@ap.be" TargetMode="External"/><Relationship Id="rId2" Type="http://schemas.openxmlformats.org/officeDocument/2006/relationships/hyperlink" Target="mailto:ruben.barkman@student.ap.be" TargetMode="External"/><Relationship Id="rId1" Type="http://schemas.openxmlformats.org/officeDocument/2006/relationships/slideLayout" Target="../slideLayouts/slideLayout4.xml"/><Relationship Id="rId4" Type="http://schemas.openxmlformats.org/officeDocument/2006/relationships/hyperlink" Target="mailto:bruce.banner@ap.be"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www.123greetings.com/stay_in_touch/keep_in_touch/staykeep37.html"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4.jpeg"/></Relationships>
</file>

<file path=ppt/slides/_rels/slide35.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www.plagiarism.org/article/what-is-plagiarism" TargetMode="Externa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hyperlink" Target="https://www.scribbr.com/citation/generator/apa/" TargetMode="External"/><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scholar.google.com/" TargetMode="External"/><Relationship Id="rId5" Type="http://schemas.openxmlformats.org/officeDocument/2006/relationships/hyperlink" Target="https://www.citationmachine.net/" TargetMode="External"/><Relationship Id="rId4" Type="http://schemas.openxmlformats.org/officeDocument/2006/relationships/hyperlink" Target="http://www.citethisforme.com/"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chat.openai.com/cha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citationmachine.net/"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iam-chrisjim.github.io" TargetMode="External"/><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makeameme.org/meme/remember-remember-ed08870dab" TargetMode="External"/><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B44457E-357F-EF4E-BA8F-43239FA50615}"/>
              </a:ext>
            </a:extLst>
          </p:cNvPr>
          <p:cNvSpPr>
            <a:spLocks noChangeArrowheads="1"/>
          </p:cNvSpPr>
          <p:nvPr/>
        </p:nvSpPr>
        <p:spPr bwMode="auto">
          <a:xfrm>
            <a:off x="5207433" y="2865106"/>
            <a:ext cx="2854503" cy="19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8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3F3F3F"/>
                </a:solidFill>
                <a:latin typeface="Arial" panose="020B0604020202020204"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3F3F3F"/>
                </a:solidFill>
                <a:latin typeface="Arial" panose="020B0604020202020204"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3F3F3F"/>
                </a:solidFill>
                <a:latin typeface="Arial" panose="020B0604020202020204" pitchFamily="34" charset="0"/>
                <a:ea typeface="Microsoft YaHei" panose="020B0503020204020204" pitchFamily="34" charset="-122"/>
              </a:defRPr>
            </a:lvl3pPr>
            <a:lvl4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4pPr>
            <a:lvl5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9pPr>
          </a:lstStyle>
          <a:p>
            <a:pPr eaLnBrk="1" hangingPunct="1">
              <a:spcBef>
                <a:spcPct val="0"/>
              </a:spcBef>
              <a:buClrTx/>
              <a:buFontTx/>
              <a:buNone/>
            </a:pPr>
            <a:endParaRPr lang="en-US" altLang="nl-BE" sz="1050" dirty="0">
              <a:solidFill>
                <a:srgbClr val="FFFFFF"/>
              </a:solidFill>
            </a:endParaRPr>
          </a:p>
        </p:txBody>
      </p:sp>
      <p:sp>
        <p:nvSpPr>
          <p:cNvPr id="5" name="Text Box 2">
            <a:extLst>
              <a:ext uri="{FF2B5EF4-FFF2-40B4-BE49-F238E27FC236}">
                <a16:creationId xmlns:a16="http://schemas.microsoft.com/office/drawing/2014/main" id="{D55B76BC-8759-F54E-BD68-0B7A700DD0CB}"/>
              </a:ext>
            </a:extLst>
          </p:cNvPr>
          <p:cNvSpPr txBox="1">
            <a:spLocks noChangeArrowheads="1"/>
          </p:cNvSpPr>
          <p:nvPr/>
        </p:nvSpPr>
        <p:spPr bwMode="auto">
          <a:xfrm>
            <a:off x="5069887" y="2724367"/>
            <a:ext cx="3615369" cy="3488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3F3F3F"/>
                </a:solidFill>
                <a:latin typeface="Arial" panose="020B0604020202020204"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3F3F3F"/>
                </a:solidFill>
                <a:latin typeface="Arial" panose="020B0604020202020204"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3F3F3F"/>
                </a:solidFill>
                <a:latin typeface="Arial" panose="020B0604020202020204" pitchFamily="34" charset="0"/>
                <a:ea typeface="Microsoft YaHei" panose="020B0503020204020204" pitchFamily="34" charset="-122"/>
              </a:defRPr>
            </a:lvl3pPr>
            <a:lvl4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4pPr>
            <a:lvl5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9pPr>
          </a:lstStyle>
          <a:p>
            <a:pPr algn="ctr" eaLnBrk="1" hangingPunct="1">
              <a:spcBef>
                <a:spcPct val="0"/>
              </a:spcBef>
              <a:buClrTx/>
              <a:buFontTx/>
              <a:buNone/>
            </a:pPr>
            <a:endParaRPr lang="nl-BE" altLang="nl-BE" sz="2400">
              <a:solidFill>
                <a:schemeClr val="bg1"/>
              </a:solidFill>
            </a:endParaRPr>
          </a:p>
        </p:txBody>
      </p:sp>
      <p:sp>
        <p:nvSpPr>
          <p:cNvPr id="6" name="Text Box 3">
            <a:extLst>
              <a:ext uri="{FF2B5EF4-FFF2-40B4-BE49-F238E27FC236}">
                <a16:creationId xmlns:a16="http://schemas.microsoft.com/office/drawing/2014/main" id="{B8F0A5DF-13AA-8D49-88C4-58060EFE8DB6}"/>
              </a:ext>
            </a:extLst>
          </p:cNvPr>
          <p:cNvSpPr txBox="1">
            <a:spLocks noChangeArrowheads="1"/>
          </p:cNvSpPr>
          <p:nvPr/>
        </p:nvSpPr>
        <p:spPr bwMode="auto">
          <a:xfrm>
            <a:off x="5346820" y="3435083"/>
            <a:ext cx="2332190" cy="4159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8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3F3F3F"/>
                </a:solidFill>
                <a:latin typeface="Arial" panose="020B0604020202020204"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3F3F3F"/>
                </a:solidFill>
                <a:latin typeface="Arial" panose="020B0604020202020204"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3F3F3F"/>
                </a:solidFill>
                <a:latin typeface="Arial" panose="020B0604020202020204" pitchFamily="34" charset="0"/>
                <a:ea typeface="Microsoft YaHei" panose="020B0503020204020204" pitchFamily="34" charset="-122"/>
              </a:defRPr>
            </a:lvl3pPr>
            <a:lvl4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4pPr>
            <a:lvl5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9pPr>
          </a:lstStyle>
          <a:p>
            <a:pPr algn="ctr">
              <a:spcBef>
                <a:spcPts val="214"/>
              </a:spcBef>
              <a:buClrTx/>
            </a:pPr>
            <a:endParaRPr lang="nl-BE" altLang="nl-BE" sz="1800">
              <a:solidFill>
                <a:srgbClr val="FFFFFF"/>
              </a:solidFill>
            </a:endParaRPr>
          </a:p>
        </p:txBody>
      </p:sp>
      <p:sp>
        <p:nvSpPr>
          <p:cNvPr id="7" name="Text Box 4">
            <a:extLst>
              <a:ext uri="{FF2B5EF4-FFF2-40B4-BE49-F238E27FC236}">
                <a16:creationId xmlns:a16="http://schemas.microsoft.com/office/drawing/2014/main" id="{05F87A04-C425-BC46-BCD9-5EB3D9D1E570}"/>
              </a:ext>
            </a:extLst>
          </p:cNvPr>
          <p:cNvSpPr txBox="1">
            <a:spLocks noChangeArrowheads="1"/>
          </p:cNvSpPr>
          <p:nvPr/>
        </p:nvSpPr>
        <p:spPr bwMode="auto">
          <a:xfrm>
            <a:off x="6880970" y="4437112"/>
            <a:ext cx="3811173" cy="8375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1358" tIns="10679" rIns="21358" bIns="10679" anchor="t"/>
          <a:lstStyle>
            <a:lvl1pPr>
              <a:spcBef>
                <a:spcPts val="8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3200">
                <a:solidFill>
                  <a:srgbClr val="3F3F3F"/>
                </a:solidFill>
                <a:latin typeface="Arial" panose="020B0604020202020204" pitchFamily="34" charset="0"/>
                <a:ea typeface="Microsoft YaHei" panose="020B0503020204020204" pitchFamily="34" charset="-122"/>
              </a:defRPr>
            </a:lvl1pPr>
            <a:lvl2pPr>
              <a:spcBef>
                <a:spcPts val="7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a:solidFill>
                  <a:srgbClr val="3F3F3F"/>
                </a:solidFill>
                <a:latin typeface="Arial" panose="020B0604020202020204" pitchFamily="34" charset="0"/>
                <a:ea typeface="Microsoft YaHei" panose="020B0503020204020204" pitchFamily="34" charset="-122"/>
              </a:defRPr>
            </a:lvl2pPr>
            <a:lvl3pPr>
              <a:spcBef>
                <a:spcPts val="6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rgbClr val="3F3F3F"/>
                </a:solidFill>
                <a:latin typeface="Arial" panose="020B0604020202020204" pitchFamily="34" charset="0"/>
                <a:ea typeface="Microsoft YaHei" panose="020B0503020204020204" pitchFamily="34" charset="-122"/>
              </a:defRPr>
            </a:lvl3pPr>
            <a:lvl4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4pPr>
            <a:lvl5pPr>
              <a:spcBef>
                <a:spcPts val="5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rgbClr val="3F3F3F"/>
                </a:solidFill>
                <a:latin typeface="Arial" panose="020B0604020202020204" pitchFamily="34" charset="0"/>
                <a:ea typeface="Microsoft YaHei" panose="020B0503020204020204" pitchFamily="34" charset="-122"/>
              </a:defRPr>
            </a:lvl9pPr>
          </a:lstStyle>
          <a:p>
            <a:pPr>
              <a:lnSpc>
                <a:spcPct val="90000"/>
              </a:lnSpc>
              <a:spcBef>
                <a:spcPts val="167"/>
              </a:spcBef>
              <a:buClrTx/>
            </a:pPr>
            <a:r>
              <a:rPr lang="nl-BE" altLang="nl-BE" sz="2000" dirty="0">
                <a:solidFill>
                  <a:schemeClr val="bg1"/>
                </a:solidFill>
                <a:latin typeface="Century Gothic" panose="020B0502020202020204" pitchFamily="34" charset="0"/>
                <a:cs typeface="Arial" panose="020B0604020202020204" pitchFamily="34" charset="0"/>
              </a:rPr>
              <a:t>	         Koen Van Eyken</a:t>
            </a:r>
          </a:p>
          <a:p>
            <a:pPr>
              <a:lnSpc>
                <a:spcPct val="90000"/>
              </a:lnSpc>
              <a:spcBef>
                <a:spcPts val="167"/>
              </a:spcBef>
            </a:pPr>
            <a:r>
              <a:rPr lang="nl-BE" altLang="nl-BE" sz="2000">
                <a:solidFill>
                  <a:schemeClr val="bg1"/>
                </a:solidFill>
                <a:latin typeface="Century Gothic"/>
                <a:ea typeface="Microsoft YaHei"/>
                <a:cs typeface="Arial"/>
              </a:rPr>
              <a:t>Charlotte Binnemans</a:t>
            </a:r>
            <a:endParaRPr lang="nl-BE"/>
          </a:p>
          <a:p>
            <a:pPr>
              <a:lnSpc>
                <a:spcPct val="90000"/>
              </a:lnSpc>
              <a:spcBef>
                <a:spcPts val="167"/>
              </a:spcBef>
              <a:buClrTx/>
            </a:pPr>
            <a:endParaRPr lang="nl-BE" altLang="nl-BE" sz="900" dirty="0">
              <a:solidFill>
                <a:srgbClr val="CCCCFF"/>
              </a:solidFill>
              <a:cs typeface="Arial" panose="020B0604020202020204" pitchFamily="34" charset="0"/>
            </a:endParaRPr>
          </a:p>
        </p:txBody>
      </p:sp>
      <p:sp>
        <p:nvSpPr>
          <p:cNvPr id="8" name="Title 7">
            <a:extLst>
              <a:ext uri="{FF2B5EF4-FFF2-40B4-BE49-F238E27FC236}">
                <a16:creationId xmlns:a16="http://schemas.microsoft.com/office/drawing/2014/main" id="{98C17DD0-F3F2-7B44-8FEB-35CD00F8BB68}"/>
              </a:ext>
            </a:extLst>
          </p:cNvPr>
          <p:cNvSpPr>
            <a:spLocks noGrp="1"/>
          </p:cNvSpPr>
          <p:nvPr>
            <p:ph type="ctrTitle"/>
          </p:nvPr>
        </p:nvSpPr>
        <p:spPr>
          <a:xfrm>
            <a:off x="3606425" y="1353817"/>
            <a:ext cx="6542291" cy="405240"/>
          </a:xfrm>
        </p:spPr>
        <p:txBody>
          <a:bodyPr/>
          <a:lstStyle/>
          <a:p>
            <a:r>
              <a:rPr lang="nl-BE" altLang="nl-BE" dirty="0"/>
              <a:t>Communication</a:t>
            </a:r>
            <a:endParaRPr lang="en-BE" sz="3600" dirty="0"/>
          </a:p>
        </p:txBody>
      </p:sp>
      <p:sp>
        <p:nvSpPr>
          <p:cNvPr id="9" name="Subtitle 8">
            <a:extLst>
              <a:ext uri="{FF2B5EF4-FFF2-40B4-BE49-F238E27FC236}">
                <a16:creationId xmlns:a16="http://schemas.microsoft.com/office/drawing/2014/main" id="{AE5FC4D4-4B78-ED4C-B8EC-0B4864A0D370}"/>
              </a:ext>
            </a:extLst>
          </p:cNvPr>
          <p:cNvSpPr>
            <a:spLocks noGrp="1"/>
          </p:cNvSpPr>
          <p:nvPr>
            <p:ph type="subTitle" idx="1"/>
          </p:nvPr>
        </p:nvSpPr>
        <p:spPr>
          <a:xfrm>
            <a:off x="2913315" y="2262470"/>
            <a:ext cx="10297242" cy="300383"/>
          </a:xfrm>
        </p:spPr>
        <p:txBody>
          <a:bodyPr vert="horz" lIns="91440" tIns="45720" rIns="91440" bIns="45720" rtlCol="0" anchor="t">
            <a:noAutofit/>
          </a:bodyPr>
          <a:lstStyle/>
          <a:p>
            <a:r>
              <a:rPr lang="nl-BE" altLang="nl-BE" sz="6600">
                <a:solidFill>
                  <a:srgbClr val="FFFFFF"/>
                </a:solidFill>
                <a:latin typeface="Century Gothic"/>
                <a:cs typeface="Arial"/>
              </a:rPr>
              <a:t>Writing</a:t>
            </a:r>
            <a:endParaRPr lang="en-US"/>
          </a:p>
        </p:txBody>
      </p:sp>
    </p:spTree>
    <p:extLst>
      <p:ext uri="{BB962C8B-B14F-4D97-AF65-F5344CB8AC3E}">
        <p14:creationId xmlns:p14="http://schemas.microsoft.com/office/powerpoint/2010/main" val="1461489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847850" y="0"/>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Agenda</a:t>
            </a:r>
            <a:endParaRPr lang="nl-BE" altLang="nl-BE" dirty="0"/>
          </a:p>
        </p:txBody>
      </p:sp>
      <p:sp>
        <p:nvSpPr>
          <p:cNvPr id="2" name="Tijdelijke aanduiding voor dianummer 1"/>
          <p:cNvSpPr>
            <a:spLocks noGrp="1"/>
          </p:cNvSpPr>
          <p:nvPr>
            <p:ph type="sldNum" sz="quarter" idx="12"/>
          </p:nvPr>
        </p:nvSpPr>
        <p:spPr/>
        <p:txBody>
          <a:bodyPr/>
          <a:lstStyle/>
          <a:p>
            <a:fld id="{E6B75AF5-44F1-4206-903A-E5FDACB5291F}" type="slidenum">
              <a:rPr lang="nl-BE" altLang="nl-BE" smtClean="0"/>
              <a:pPr/>
              <a:t>2</a:t>
            </a:fld>
            <a:endParaRPr lang="nl-BE" altLang="nl-BE"/>
          </a:p>
        </p:txBody>
      </p:sp>
      <p:sp>
        <p:nvSpPr>
          <p:cNvPr id="7172" name="Rectangle 4"/>
          <p:cNvSpPr>
            <a:spLocks noChangeArrowheads="1"/>
          </p:cNvSpPr>
          <p:nvPr/>
        </p:nvSpPr>
        <p:spPr bwMode="auto">
          <a:xfrm>
            <a:off x="3215680" y="571500"/>
            <a:ext cx="6041794" cy="55623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5000" rIns="90000" bIns="45000" anchor="t">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ea typeface="Microsoft YaHei" panose="020B0503020204020204" pitchFamily="34" charset="-122"/>
              </a:defRPr>
            </a:lvl9pPr>
          </a:lstStyle>
          <a:p>
            <a:pPr marL="457200" indent="-457200" hangingPunct="1">
              <a:lnSpc>
                <a:spcPct val="150000"/>
              </a:lnSpc>
              <a:buFont typeface="Arial" panose="020B0604020202020204" pitchFamily="34" charset="0"/>
              <a:buChar char="•"/>
            </a:pPr>
            <a:r>
              <a:rPr lang="nl-BE" altLang="nl-BE" sz="2400" dirty="0" err="1">
                <a:solidFill>
                  <a:schemeClr val="tx1"/>
                </a:solidFill>
                <a:latin typeface="Arial"/>
                <a:ea typeface="Microsoft YaHei"/>
                <a:cs typeface="Arial"/>
              </a:rPr>
              <a:t>When</a:t>
            </a:r>
            <a:endParaRPr lang="nl-BE" altLang="nl-BE" sz="2400" dirty="0">
              <a:solidFill>
                <a:schemeClr val="tx1"/>
              </a:solidFill>
              <a:latin typeface="Arial"/>
              <a:ea typeface="Microsoft YaHei"/>
              <a:cs typeface="Arial"/>
            </a:endParaRPr>
          </a:p>
          <a:p>
            <a:pPr marL="457200" indent="-457200" hangingPunct="1">
              <a:lnSpc>
                <a:spcPct val="150000"/>
              </a:lnSpc>
              <a:buFont typeface="Arial" panose="020B0604020202020204" pitchFamily="34" charset="0"/>
              <a:buChar char="•"/>
            </a:pPr>
            <a:r>
              <a:rPr lang="nl-BE" altLang="nl-BE" sz="2400" dirty="0" err="1">
                <a:solidFill>
                  <a:schemeClr val="tx1"/>
                </a:solidFill>
                <a:latin typeface="Arial"/>
                <a:ea typeface="Microsoft YaHei"/>
                <a:cs typeface="Arial"/>
              </a:rPr>
              <a:t>Punctuation</a:t>
            </a:r>
            <a:endParaRPr lang="nl-BE" altLang="nl-BE" sz="2400" dirty="0">
              <a:solidFill>
                <a:schemeClr val="tx1"/>
              </a:solidFill>
              <a:latin typeface="Arial"/>
              <a:ea typeface="Microsoft YaHei"/>
              <a:cs typeface="Arial"/>
            </a:endParaRPr>
          </a:p>
          <a:p>
            <a:pPr marL="457200" indent="-457200" hangingPunct="1">
              <a:lnSpc>
                <a:spcPct val="150000"/>
              </a:lnSpc>
              <a:buFont typeface="Arial" panose="020B0604020202020204" pitchFamily="34" charset="0"/>
              <a:buChar char="•"/>
            </a:pPr>
            <a:r>
              <a:rPr lang="nl-BE" altLang="nl-BE" sz="2400" dirty="0" err="1">
                <a:solidFill>
                  <a:schemeClr val="tx1"/>
                </a:solidFill>
                <a:latin typeface="Arial"/>
                <a:ea typeface="Microsoft YaHei"/>
                <a:cs typeface="Arial"/>
              </a:rPr>
              <a:t>Capitals</a:t>
            </a:r>
            <a:endParaRPr lang="nl-BE" altLang="nl-BE" sz="2400" dirty="0">
              <a:solidFill>
                <a:schemeClr val="tx1"/>
              </a:solidFill>
              <a:latin typeface="Arial"/>
              <a:ea typeface="Microsoft YaHei"/>
              <a:cs typeface="Arial"/>
            </a:endParaRPr>
          </a:p>
          <a:p>
            <a:pPr marL="457200" indent="-457200" hangingPunct="1">
              <a:lnSpc>
                <a:spcPct val="150000"/>
              </a:lnSpc>
              <a:buFont typeface="Arial" panose="020B0604020202020204" pitchFamily="34" charset="0"/>
              <a:buChar char="•"/>
            </a:pPr>
            <a:r>
              <a:rPr lang="nl-BE" altLang="nl-BE" sz="2400" dirty="0">
                <a:solidFill>
                  <a:schemeClr val="tx1"/>
                </a:solidFill>
                <a:latin typeface="Arial"/>
                <a:ea typeface="Microsoft YaHei"/>
                <a:cs typeface="Arial"/>
              </a:rPr>
              <a:t>Spelling</a:t>
            </a:r>
          </a:p>
          <a:p>
            <a:pPr marL="457200" indent="-457200" hangingPunct="1">
              <a:lnSpc>
                <a:spcPct val="150000"/>
              </a:lnSpc>
              <a:buFont typeface="Arial" panose="020B0604020202020204" pitchFamily="34" charset="0"/>
              <a:buChar char="•"/>
            </a:pPr>
            <a:r>
              <a:rPr lang="nl-BE" altLang="nl-BE" sz="2400" dirty="0" err="1">
                <a:solidFill>
                  <a:schemeClr val="tx1"/>
                </a:solidFill>
                <a:latin typeface="Arial"/>
                <a:ea typeface="Microsoft YaHei"/>
                <a:cs typeface="Arial"/>
              </a:rPr>
              <a:t>Grammar</a:t>
            </a:r>
            <a:endParaRPr lang="nl-BE" altLang="nl-BE" sz="2400" dirty="0">
              <a:solidFill>
                <a:schemeClr val="tx1"/>
              </a:solidFill>
              <a:latin typeface="Arial"/>
              <a:ea typeface="Microsoft YaHei"/>
              <a:cs typeface="Arial"/>
            </a:endParaRPr>
          </a:p>
          <a:p>
            <a:pPr marL="457200" indent="-457200" hangingPunct="1">
              <a:lnSpc>
                <a:spcPct val="150000"/>
              </a:lnSpc>
              <a:buFont typeface="Arial" panose="020B0604020202020204" pitchFamily="34" charset="0"/>
              <a:buChar char="•"/>
            </a:pPr>
            <a:r>
              <a:rPr lang="nl-BE" altLang="nl-BE" sz="2400" dirty="0">
                <a:solidFill>
                  <a:schemeClr val="tx1"/>
                </a:solidFill>
                <a:latin typeface="Arial"/>
                <a:ea typeface="Microsoft YaHei"/>
                <a:cs typeface="Arial"/>
              </a:rPr>
              <a:t>Consistency</a:t>
            </a:r>
          </a:p>
          <a:p>
            <a:pPr marL="457200" indent="-457200" hangingPunct="1">
              <a:lnSpc>
                <a:spcPct val="150000"/>
              </a:lnSpc>
              <a:buFont typeface="Arial" panose="020B0604020202020204" pitchFamily="34" charset="0"/>
              <a:buChar char="•"/>
            </a:pPr>
            <a:r>
              <a:rPr lang="nl-BE" altLang="nl-BE" sz="2400" dirty="0">
                <a:solidFill>
                  <a:schemeClr val="tx1"/>
                </a:solidFill>
                <a:latin typeface="Arial"/>
                <a:ea typeface="Microsoft YaHei"/>
                <a:cs typeface="Arial"/>
              </a:rPr>
              <a:t>Lay-out</a:t>
            </a:r>
          </a:p>
          <a:p>
            <a:pPr marL="457200" indent="-457200">
              <a:lnSpc>
                <a:spcPct val="150000"/>
              </a:lnSpc>
              <a:buFont typeface="Arial" panose="020B0604020202020204" pitchFamily="34" charset="0"/>
              <a:buChar char="•"/>
            </a:pPr>
            <a:r>
              <a:rPr lang="nl-BE" altLang="nl-BE" sz="2400" dirty="0" err="1">
                <a:solidFill>
                  <a:schemeClr val="tx1"/>
                </a:solidFill>
                <a:latin typeface="Arial"/>
                <a:ea typeface="Microsoft YaHei"/>
                <a:cs typeface="Arial"/>
              </a:rPr>
              <a:t>Emails</a:t>
            </a:r>
            <a:endParaRPr lang="nl-BE" altLang="nl-BE" sz="2400" dirty="0">
              <a:solidFill>
                <a:schemeClr val="tx1"/>
              </a:solidFill>
              <a:latin typeface="Arial"/>
              <a:ea typeface="Microsoft YaHei"/>
              <a:cs typeface="Arial"/>
            </a:endParaRPr>
          </a:p>
          <a:p>
            <a:pPr marL="457200" indent="-457200">
              <a:lnSpc>
                <a:spcPct val="150000"/>
              </a:lnSpc>
              <a:buFont typeface="Arial" panose="020B0604020202020204" pitchFamily="34" charset="0"/>
              <a:buChar char="•"/>
            </a:pPr>
            <a:r>
              <a:rPr lang="nl-BE" altLang="nl-BE" sz="2400" dirty="0">
                <a:solidFill>
                  <a:schemeClr val="tx1"/>
                </a:solidFill>
                <a:latin typeface="Arial"/>
                <a:ea typeface="Microsoft YaHei"/>
                <a:cs typeface="Arial"/>
              </a:rPr>
              <a:t>Sources</a:t>
            </a:r>
          </a:p>
          <a:p>
            <a:pPr marL="457200" indent="-457200" hangingPunct="1">
              <a:lnSpc>
                <a:spcPct val="150000"/>
              </a:lnSpc>
              <a:buFont typeface="Arial" panose="020B0604020202020204" pitchFamily="34" charset="0"/>
              <a:buChar char="•"/>
            </a:pPr>
            <a:r>
              <a:rPr lang="nl-BE" altLang="nl-BE" sz="2400" dirty="0" err="1">
                <a:solidFill>
                  <a:schemeClr val="tx1"/>
                </a:solidFill>
                <a:latin typeface="Arial"/>
                <a:ea typeface="Microsoft YaHei"/>
                <a:cs typeface="Arial"/>
              </a:rPr>
              <a:t>What</a:t>
            </a:r>
            <a:r>
              <a:rPr lang="nl-BE" altLang="nl-BE" sz="2400" dirty="0">
                <a:solidFill>
                  <a:schemeClr val="tx1"/>
                </a:solidFill>
                <a:latin typeface="Arial"/>
                <a:ea typeface="Microsoft YaHei"/>
                <a:cs typeface="Arial"/>
              </a:rPr>
              <a:t> </a:t>
            </a:r>
            <a:r>
              <a:rPr lang="nl-BE" altLang="nl-BE" sz="2400" dirty="0" err="1">
                <a:solidFill>
                  <a:schemeClr val="tx1"/>
                </a:solidFill>
                <a:latin typeface="Arial"/>
                <a:ea typeface="Microsoft YaHei"/>
                <a:cs typeface="Arial"/>
              </a:rPr>
              <a:t>to</a:t>
            </a:r>
            <a:r>
              <a:rPr lang="nl-BE" altLang="nl-BE" sz="2400" dirty="0">
                <a:solidFill>
                  <a:schemeClr val="tx1"/>
                </a:solidFill>
                <a:latin typeface="Arial"/>
                <a:ea typeface="Microsoft YaHei"/>
                <a:cs typeface="Arial"/>
              </a:rPr>
              <a:t> </a:t>
            </a:r>
            <a:r>
              <a:rPr lang="nl-BE" altLang="nl-BE" sz="2400" dirty="0" err="1">
                <a:solidFill>
                  <a:schemeClr val="tx1"/>
                </a:solidFill>
                <a:latin typeface="Arial"/>
                <a:ea typeface="Microsoft YaHei"/>
                <a:cs typeface="Arial"/>
              </a:rPr>
              <a:t>remember</a:t>
            </a:r>
            <a:r>
              <a:rPr lang="nl-BE" altLang="nl-BE" sz="2400" dirty="0">
                <a:solidFill>
                  <a:schemeClr val="tx1"/>
                </a:solidFill>
                <a:latin typeface="Arial"/>
                <a:ea typeface="Microsoft YaHei"/>
                <a:cs typeface="Arial"/>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3C85D0-6AED-5D6F-C0E2-5F1F7353D3B1}"/>
              </a:ext>
            </a:extLst>
          </p:cNvPr>
          <p:cNvPicPr>
            <a:picLocks noChangeAspect="1"/>
          </p:cNvPicPr>
          <p:nvPr/>
        </p:nvPicPr>
        <p:blipFill>
          <a:blip r:embed="rId2"/>
          <a:srcRect l="-1613" t="-49606" r="1823" b="-3150"/>
          <a:stretch>
            <a:fillRect/>
          </a:stretch>
        </p:blipFill>
        <p:spPr>
          <a:xfrm>
            <a:off x="207919" y="-374083"/>
            <a:ext cx="11616067" cy="6069961"/>
          </a:xfrm>
          <a:prstGeom prst="rect">
            <a:avLst/>
          </a:prstGeom>
        </p:spPr>
      </p:pic>
      <p:sp>
        <p:nvSpPr>
          <p:cNvPr id="2" name="Titel 1">
            <a:extLst>
              <a:ext uri="{FF2B5EF4-FFF2-40B4-BE49-F238E27FC236}">
                <a16:creationId xmlns:a16="http://schemas.microsoft.com/office/drawing/2014/main" id="{275935AA-DB04-46F5-A63A-EADAEDD2ABF0}"/>
              </a:ext>
            </a:extLst>
          </p:cNvPr>
          <p:cNvSpPr>
            <a:spLocks noGrp="1"/>
          </p:cNvSpPr>
          <p:nvPr>
            <p:ph type="title"/>
          </p:nvPr>
        </p:nvSpPr>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nl-BE">
                <a:solidFill>
                  <a:schemeClr val="accent1"/>
                </a:solidFill>
                <a:latin typeface="Arial"/>
                <a:ea typeface="Microsoft YaHei"/>
                <a:cs typeface="Arial"/>
              </a:rPr>
              <a:t>Learning </a:t>
            </a:r>
            <a:r>
              <a:rPr lang="nl-BE" err="1">
                <a:solidFill>
                  <a:schemeClr val="accent1"/>
                </a:solidFill>
                <a:latin typeface="Arial"/>
                <a:ea typeface="Microsoft YaHei"/>
                <a:cs typeface="Arial"/>
              </a:rPr>
              <a:t>objectives</a:t>
            </a:r>
            <a:endParaRPr lang="nl-BE">
              <a:solidFill>
                <a:schemeClr val="accent1"/>
              </a:solidFill>
              <a:latin typeface="Arial"/>
              <a:ea typeface="Microsoft YaHei"/>
              <a:cs typeface="Arial"/>
            </a:endParaRPr>
          </a:p>
        </p:txBody>
      </p:sp>
      <p:sp>
        <p:nvSpPr>
          <p:cNvPr id="4" name="Tijdelijke aanduiding voor dianummer 3">
            <a:extLst>
              <a:ext uri="{FF2B5EF4-FFF2-40B4-BE49-F238E27FC236}">
                <a16:creationId xmlns:a16="http://schemas.microsoft.com/office/drawing/2014/main" id="{63BC85AF-70B6-6AB5-0986-5935879F16ED}"/>
              </a:ext>
            </a:extLst>
          </p:cNvPr>
          <p:cNvSpPr>
            <a:spLocks noGrp="1"/>
          </p:cNvSpPr>
          <p:nvPr>
            <p:ph type="sldNum" sz="quarter" idx="12"/>
          </p:nvPr>
        </p:nvSpPr>
        <p:spPr/>
        <p:txBody>
          <a:bodyPr/>
          <a:lstStyle>
            <a:defPPr>
              <a:defRPr lang="en-US"/>
            </a:defPPr>
            <a:lvl1pPr marL="0" algn="l" defTabSz="812760" rtl="0" eaLnBrk="1" latinLnBrk="0" hangingPunct="1">
              <a:defRPr sz="3200" kern="1200">
                <a:solidFill>
                  <a:schemeClr val="tx1"/>
                </a:solidFill>
                <a:latin typeface="+mn-lt"/>
                <a:ea typeface="+mn-ea"/>
                <a:cs typeface="+mn-cs"/>
              </a:defRPr>
            </a:lvl1pPr>
            <a:lvl2pPr marL="812760" algn="l" defTabSz="812760" rtl="0" eaLnBrk="1" latinLnBrk="0" hangingPunct="1">
              <a:defRPr sz="3200" kern="1200">
                <a:solidFill>
                  <a:schemeClr val="tx1"/>
                </a:solidFill>
                <a:latin typeface="+mn-lt"/>
                <a:ea typeface="+mn-ea"/>
                <a:cs typeface="+mn-cs"/>
              </a:defRPr>
            </a:lvl2pPr>
            <a:lvl3pPr marL="1625519" algn="l" defTabSz="812760" rtl="0" eaLnBrk="1" latinLnBrk="0" hangingPunct="1">
              <a:defRPr sz="3200" kern="1200">
                <a:solidFill>
                  <a:schemeClr val="tx1"/>
                </a:solidFill>
                <a:latin typeface="+mn-lt"/>
                <a:ea typeface="+mn-ea"/>
                <a:cs typeface="+mn-cs"/>
              </a:defRPr>
            </a:lvl3pPr>
            <a:lvl4pPr marL="2438278" algn="l" defTabSz="812760" rtl="0" eaLnBrk="1" latinLnBrk="0" hangingPunct="1">
              <a:defRPr sz="3200" kern="1200">
                <a:solidFill>
                  <a:schemeClr val="tx1"/>
                </a:solidFill>
                <a:latin typeface="+mn-lt"/>
                <a:ea typeface="+mn-ea"/>
                <a:cs typeface="+mn-cs"/>
              </a:defRPr>
            </a:lvl4pPr>
            <a:lvl5pPr marL="3251037" algn="l" defTabSz="812760" rtl="0" eaLnBrk="1" latinLnBrk="0" hangingPunct="1">
              <a:defRPr sz="3200" kern="1200">
                <a:solidFill>
                  <a:schemeClr val="tx1"/>
                </a:solidFill>
                <a:latin typeface="+mn-lt"/>
                <a:ea typeface="+mn-ea"/>
                <a:cs typeface="+mn-cs"/>
              </a:defRPr>
            </a:lvl5pPr>
            <a:lvl6pPr marL="4063797" algn="l" defTabSz="812760" rtl="0" eaLnBrk="1" latinLnBrk="0" hangingPunct="1">
              <a:defRPr sz="3200" kern="1200">
                <a:solidFill>
                  <a:schemeClr val="tx1"/>
                </a:solidFill>
                <a:latin typeface="+mn-lt"/>
                <a:ea typeface="+mn-ea"/>
                <a:cs typeface="+mn-cs"/>
              </a:defRPr>
            </a:lvl6pPr>
            <a:lvl7pPr marL="4876557" algn="l" defTabSz="812760" rtl="0" eaLnBrk="1" latinLnBrk="0" hangingPunct="1">
              <a:defRPr sz="3200" kern="1200">
                <a:solidFill>
                  <a:schemeClr val="tx1"/>
                </a:solidFill>
                <a:latin typeface="+mn-lt"/>
                <a:ea typeface="+mn-ea"/>
                <a:cs typeface="+mn-cs"/>
              </a:defRPr>
            </a:lvl7pPr>
            <a:lvl8pPr marL="5689315" algn="l" defTabSz="812760" rtl="0" eaLnBrk="1" latinLnBrk="0" hangingPunct="1">
              <a:defRPr sz="3200" kern="1200">
                <a:solidFill>
                  <a:schemeClr val="tx1"/>
                </a:solidFill>
                <a:latin typeface="+mn-lt"/>
                <a:ea typeface="+mn-ea"/>
                <a:cs typeface="+mn-cs"/>
              </a:defRPr>
            </a:lvl8pPr>
            <a:lvl9pPr marL="6502075" algn="l" defTabSz="812760" rtl="0" eaLnBrk="1" latinLnBrk="0" hangingPunct="1">
              <a:defRPr sz="3200" kern="1200">
                <a:solidFill>
                  <a:schemeClr val="tx1"/>
                </a:solidFill>
                <a:latin typeface="+mn-lt"/>
                <a:ea typeface="+mn-ea"/>
                <a:cs typeface="+mn-cs"/>
              </a:defRPr>
            </a:lvl9pPr>
          </a:lstStyle>
          <a:p>
            <a:pPr>
              <a:defRPr/>
            </a:pPr>
            <a:fld id="{82375DD2-EDD6-4384-9075-195C7A18A2DE}" type="slidenum">
              <a:rPr lang="nl-BE" altLang="nl-BE" smtClean="0"/>
              <a:pPr>
                <a:defRPr/>
              </a:pPr>
              <a:t>3</a:t>
            </a:fld>
            <a:endParaRPr lang="nl-BE" altLang="nl-BE"/>
          </a:p>
        </p:txBody>
      </p:sp>
      <p:sp>
        <p:nvSpPr>
          <p:cNvPr id="7" name="Rechthoek 6">
            <a:extLst>
              <a:ext uri="{FF2B5EF4-FFF2-40B4-BE49-F238E27FC236}">
                <a16:creationId xmlns:a16="http://schemas.microsoft.com/office/drawing/2014/main" id="{344F5802-EF4E-6FF9-9BBD-C6EB8F490A7E}"/>
              </a:ext>
            </a:extLst>
          </p:cNvPr>
          <p:cNvSpPr/>
          <p:nvPr/>
        </p:nvSpPr>
        <p:spPr>
          <a:xfrm>
            <a:off x="553738" y="4423775"/>
            <a:ext cx="11059190" cy="59482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nl-BE" sz="3200"/>
          </a:p>
        </p:txBody>
      </p:sp>
      <p:sp>
        <p:nvSpPr>
          <p:cNvPr id="11" name="Rechthoek 8">
            <a:extLst>
              <a:ext uri="{FF2B5EF4-FFF2-40B4-BE49-F238E27FC236}">
                <a16:creationId xmlns:a16="http://schemas.microsoft.com/office/drawing/2014/main" id="{B316AB76-8EAD-E1DF-B200-43F250310D85}"/>
              </a:ext>
            </a:extLst>
          </p:cNvPr>
          <p:cNvSpPr/>
          <p:nvPr/>
        </p:nvSpPr>
        <p:spPr>
          <a:xfrm>
            <a:off x="555767" y="2757169"/>
            <a:ext cx="11063872" cy="58529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nl-BE" sz="3200"/>
          </a:p>
        </p:txBody>
      </p:sp>
    </p:spTree>
    <p:extLst>
      <p:ext uri="{BB962C8B-B14F-4D97-AF65-F5344CB8AC3E}">
        <p14:creationId xmlns:p14="http://schemas.microsoft.com/office/powerpoint/2010/main" val="4271717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962516" y="29514"/>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err="1">
                <a:latin typeface="Century Gothic"/>
              </a:rPr>
              <a:t>When</a:t>
            </a:r>
            <a:endParaRPr lang="nl-BE" altLang="nl-BE">
              <a:latin typeface="Century Gothic"/>
            </a:endParaRPr>
          </a:p>
        </p:txBody>
      </p:sp>
      <p:sp>
        <p:nvSpPr>
          <p:cNvPr id="3" name="Tijdelijke aanduiding voor dianummer 2"/>
          <p:cNvSpPr>
            <a:spLocks noGrp="1"/>
          </p:cNvSpPr>
          <p:nvPr>
            <p:ph type="sldNum" sz="quarter" idx="12"/>
          </p:nvPr>
        </p:nvSpPr>
        <p:spPr/>
        <p:txBody>
          <a:bodyPr/>
          <a:lstStyle/>
          <a:p>
            <a:fld id="{E6B75AF5-44F1-4206-903A-E5FDACB5291F}" type="slidenum">
              <a:rPr lang="nl-BE" altLang="nl-BE" smtClean="0"/>
              <a:pPr/>
              <a:t>4</a:t>
            </a:fld>
            <a:endParaRPr lang="nl-BE" altLang="nl-BE"/>
          </a:p>
        </p:txBody>
      </p:sp>
      <p:sp>
        <p:nvSpPr>
          <p:cNvPr id="2" name="Tekstvak 1"/>
          <p:cNvSpPr txBox="1"/>
          <p:nvPr/>
        </p:nvSpPr>
        <p:spPr>
          <a:xfrm>
            <a:off x="2135561" y="1186480"/>
            <a:ext cx="5231945" cy="590931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nl-BE" sz="2800" dirty="0" err="1">
                <a:solidFill>
                  <a:schemeClr val="tx1"/>
                </a:solidFill>
              </a:rPr>
              <a:t>Final</a:t>
            </a:r>
            <a:r>
              <a:rPr lang="nl-BE" sz="2800" dirty="0">
                <a:solidFill>
                  <a:schemeClr val="tx1"/>
                </a:solidFill>
              </a:rPr>
              <a:t> Project</a:t>
            </a:r>
          </a:p>
          <a:p>
            <a:pPr marL="285750" indent="-285750">
              <a:lnSpc>
                <a:spcPct val="150000"/>
              </a:lnSpc>
              <a:buFont typeface="Arial" panose="020B0604020202020204" pitchFamily="34" charset="0"/>
              <a:buChar char="•"/>
            </a:pPr>
            <a:r>
              <a:rPr lang="nl-BE" sz="2800" dirty="0" err="1">
                <a:solidFill>
                  <a:schemeClr val="tx1"/>
                </a:solidFill>
              </a:rPr>
              <a:t>Functional</a:t>
            </a:r>
            <a:r>
              <a:rPr lang="nl-BE" sz="2800" dirty="0">
                <a:solidFill>
                  <a:schemeClr val="tx1"/>
                </a:solidFill>
              </a:rPr>
              <a:t> Analysis document</a:t>
            </a:r>
          </a:p>
          <a:p>
            <a:pPr marL="285750" indent="-285750">
              <a:lnSpc>
                <a:spcPct val="150000"/>
              </a:lnSpc>
              <a:buFont typeface="Arial" panose="020B0604020202020204" pitchFamily="34" charset="0"/>
              <a:buChar char="•"/>
            </a:pPr>
            <a:r>
              <a:rPr lang="nl-BE" sz="2800" dirty="0">
                <a:solidFill>
                  <a:schemeClr val="tx1"/>
                </a:solidFill>
              </a:rPr>
              <a:t>Technical Analysis document</a:t>
            </a:r>
          </a:p>
          <a:p>
            <a:pPr marL="285750" indent="-285750">
              <a:lnSpc>
                <a:spcPct val="150000"/>
              </a:lnSpc>
              <a:buFont typeface="Arial" panose="020B0604020202020204" pitchFamily="34" charset="0"/>
              <a:buChar char="•"/>
            </a:pPr>
            <a:r>
              <a:rPr lang="nl-BE" sz="2800" dirty="0">
                <a:solidFill>
                  <a:schemeClr val="tx1"/>
                </a:solidFill>
              </a:rPr>
              <a:t>Test </a:t>
            </a:r>
            <a:r>
              <a:rPr lang="nl-BE" sz="2800" dirty="0" err="1">
                <a:solidFill>
                  <a:schemeClr val="tx1"/>
                </a:solidFill>
              </a:rPr>
              <a:t>documents</a:t>
            </a:r>
            <a:endParaRPr lang="nl-BE" sz="2800" dirty="0">
              <a:solidFill>
                <a:schemeClr val="tx1"/>
              </a:solidFill>
            </a:endParaRPr>
          </a:p>
          <a:p>
            <a:pPr marL="285750" indent="-285750">
              <a:lnSpc>
                <a:spcPct val="150000"/>
              </a:lnSpc>
              <a:buFont typeface="Arial" panose="020B0604020202020204" pitchFamily="34" charset="0"/>
              <a:buChar char="•"/>
            </a:pPr>
            <a:r>
              <a:rPr lang="nl-BE" sz="2800" dirty="0">
                <a:solidFill>
                  <a:schemeClr val="tx1"/>
                </a:solidFill>
              </a:rPr>
              <a:t>E-mail</a:t>
            </a:r>
          </a:p>
          <a:p>
            <a:pPr marL="285750" indent="-285750">
              <a:lnSpc>
                <a:spcPct val="150000"/>
              </a:lnSpc>
              <a:buFont typeface="Arial" panose="020B0604020202020204" pitchFamily="34" charset="0"/>
              <a:buChar char="•"/>
            </a:pPr>
            <a:r>
              <a:rPr lang="nl-BE" sz="2800" dirty="0" err="1">
                <a:solidFill>
                  <a:schemeClr val="tx1"/>
                </a:solidFill>
              </a:rPr>
              <a:t>Instruction</a:t>
            </a:r>
            <a:r>
              <a:rPr lang="nl-BE" sz="2800" dirty="0">
                <a:solidFill>
                  <a:schemeClr val="tx1"/>
                </a:solidFill>
              </a:rPr>
              <a:t> manual</a:t>
            </a:r>
          </a:p>
          <a:p>
            <a:pPr marL="285750" indent="-285750">
              <a:lnSpc>
                <a:spcPct val="150000"/>
              </a:lnSpc>
              <a:buFont typeface="Arial" panose="020B0604020202020204" pitchFamily="34" charset="0"/>
              <a:buChar char="•"/>
            </a:pPr>
            <a:endParaRPr lang="nl-BE" sz="2800" dirty="0">
              <a:solidFill>
                <a:schemeClr val="tx1"/>
              </a:solidFill>
            </a:endParaRPr>
          </a:p>
          <a:p>
            <a:pPr marL="285750" indent="-285750">
              <a:lnSpc>
                <a:spcPct val="150000"/>
              </a:lnSpc>
              <a:buFont typeface="Arial" panose="020B0604020202020204" pitchFamily="34" charset="0"/>
              <a:buChar char="•"/>
            </a:pPr>
            <a:endParaRPr lang="nl-BE" sz="2800" dirty="0">
              <a:solidFill>
                <a:schemeClr val="tx1"/>
              </a:solidFill>
            </a:endParaRPr>
          </a:p>
          <a:p>
            <a:pPr marL="285750" indent="-285750">
              <a:lnSpc>
                <a:spcPct val="150000"/>
              </a:lnSpc>
              <a:buFont typeface="Arial" panose="020B0604020202020204" pitchFamily="34" charset="0"/>
              <a:buChar char="•"/>
            </a:pPr>
            <a:endParaRPr lang="nl-BE" sz="2800" dirty="0">
              <a:solidFill>
                <a:schemeClr val="tx1"/>
              </a:solidFill>
            </a:endParaRPr>
          </a:p>
        </p:txBody>
      </p:sp>
      <p:sp>
        <p:nvSpPr>
          <p:cNvPr id="4" name="Tekstvak 3"/>
          <p:cNvSpPr txBox="1"/>
          <p:nvPr/>
        </p:nvSpPr>
        <p:spPr>
          <a:xfrm rot="21257698">
            <a:off x="1496430" y="5435259"/>
            <a:ext cx="9242915" cy="369332"/>
          </a:xfrm>
          <a:prstGeom prst="rect">
            <a:avLst/>
          </a:prstGeom>
          <a:noFill/>
          <a:ln>
            <a:solidFill>
              <a:schemeClr val="tx1"/>
            </a:solidFill>
          </a:ln>
        </p:spPr>
        <p:txBody>
          <a:bodyPr wrap="none" lIns="91440" tIns="45720" rIns="91440" bIns="45720" rtlCol="0" anchor="t">
            <a:spAutoFit/>
          </a:bodyPr>
          <a:lstStyle/>
          <a:p>
            <a:r>
              <a:rPr lang="nl-BE" dirty="0">
                <a:solidFill>
                  <a:schemeClr val="tx1"/>
                </a:solidFill>
                <a:latin typeface="Arial"/>
                <a:ea typeface="Microsoft YaHei"/>
                <a:cs typeface="Arial"/>
              </a:rPr>
              <a:t>The First Ikon Make Sir </a:t>
            </a:r>
            <a:r>
              <a:rPr lang="nl-BE" dirty="0" err="1">
                <a:solidFill>
                  <a:schemeClr val="tx1"/>
                </a:solidFill>
                <a:latin typeface="Arial"/>
                <a:ea typeface="Microsoft YaHei"/>
                <a:cs typeface="Arial"/>
              </a:rPr>
              <a:t>That</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there</a:t>
            </a:r>
            <a:r>
              <a:rPr lang="nl-BE" dirty="0">
                <a:solidFill>
                  <a:schemeClr val="tx1"/>
                </a:solidFill>
                <a:latin typeface="Arial"/>
                <a:ea typeface="Microsoft YaHei"/>
                <a:cs typeface="Arial"/>
              </a:rPr>
              <a:t> is </a:t>
            </a:r>
            <a:r>
              <a:rPr lang="nl-BE" dirty="0" err="1">
                <a:solidFill>
                  <a:schemeClr val="tx1"/>
                </a:solidFill>
                <a:latin typeface="Arial"/>
                <a:ea typeface="Microsoft YaHei"/>
                <a:cs typeface="Arial"/>
              </a:rPr>
              <a:t>still</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spaace</a:t>
            </a:r>
            <a:r>
              <a:rPr lang="nl-BE" dirty="0">
                <a:solidFill>
                  <a:schemeClr val="tx1"/>
                </a:solidFill>
                <a:latin typeface="Arial"/>
                <a:ea typeface="Microsoft YaHei"/>
                <a:cs typeface="Arial"/>
              </a:rPr>
              <a:t> voor </a:t>
            </a:r>
            <a:r>
              <a:rPr lang="nl-BE" dirty="0" err="1">
                <a:solidFill>
                  <a:schemeClr val="tx1"/>
                </a:solidFill>
                <a:latin typeface="Arial"/>
                <a:ea typeface="Microsoft YaHei"/>
                <a:cs typeface="Arial"/>
              </a:rPr>
              <a:t>extr</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funtcionality</a:t>
            </a:r>
            <a:r>
              <a:rPr lang="nl-BE" dirty="0">
                <a:solidFill>
                  <a:schemeClr val="tx1"/>
                </a:solidFill>
                <a:latin typeface="Arial"/>
                <a:ea typeface="Microsoft YaHei"/>
                <a:cs typeface="Arial"/>
              </a:rPr>
              <a:t> in The next fase.</a:t>
            </a:r>
          </a:p>
        </p:txBody>
      </p:sp>
      <p:sp>
        <p:nvSpPr>
          <p:cNvPr id="5" name="Tekstvak 4">
            <a:extLst>
              <a:ext uri="{FF2B5EF4-FFF2-40B4-BE49-F238E27FC236}">
                <a16:creationId xmlns:a16="http://schemas.microsoft.com/office/drawing/2014/main" id="{0F036559-4BD9-2046-B2E0-4CA237B7C2EB}"/>
              </a:ext>
            </a:extLst>
          </p:cNvPr>
          <p:cNvSpPr txBox="1"/>
          <p:nvPr/>
        </p:nvSpPr>
        <p:spPr>
          <a:xfrm rot="180000">
            <a:off x="3049241" y="743166"/>
            <a:ext cx="5463395" cy="369332"/>
          </a:xfrm>
          <a:prstGeom prst="rect">
            <a:avLst/>
          </a:prstGeom>
          <a:noFill/>
          <a:ln>
            <a:solidFill>
              <a:schemeClr val="tx1"/>
            </a:solidFill>
          </a:ln>
        </p:spPr>
        <p:txBody>
          <a:bodyPr wrap="square" lIns="91440" tIns="45720" rIns="91440" bIns="45720" rtlCol="0" anchor="t">
            <a:spAutoFit/>
          </a:bodyPr>
          <a:lstStyle/>
          <a:p>
            <a:r>
              <a:rPr lang="nl-BE" dirty="0" err="1">
                <a:solidFill>
                  <a:schemeClr val="tx1"/>
                </a:solidFill>
                <a:latin typeface="Arial"/>
                <a:ea typeface="Microsoft YaHei"/>
                <a:cs typeface="Arial"/>
              </a:rPr>
              <a:t>When</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the</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developer</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helped</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the</a:t>
            </a:r>
            <a:r>
              <a:rPr lang="nl-BE" dirty="0">
                <a:solidFill>
                  <a:schemeClr val="tx1"/>
                </a:solidFill>
                <a:latin typeface="Arial"/>
                <a:ea typeface="Microsoft YaHei"/>
                <a:cs typeface="Arial"/>
              </a:rPr>
              <a:t> client, </a:t>
            </a:r>
            <a:r>
              <a:rPr lang="nl-BE" dirty="0" err="1">
                <a:solidFill>
                  <a:schemeClr val="tx1"/>
                </a:solidFill>
                <a:latin typeface="Arial"/>
                <a:ea typeface="Microsoft YaHei"/>
                <a:cs typeface="Arial"/>
              </a:rPr>
              <a:t>she</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sneezed</a:t>
            </a:r>
            <a:r>
              <a:rPr lang="nl-BE" dirty="0">
                <a:solidFill>
                  <a:schemeClr val="tx1"/>
                </a:solidFill>
                <a:latin typeface="Arial"/>
                <a:ea typeface="Microsoft YaHei"/>
                <a:cs typeface="Arial"/>
              </a:rPr>
              <a:t>.</a:t>
            </a:r>
            <a:endParaRPr lang="nl-NL" dirty="0">
              <a:solidFill>
                <a:schemeClr val="tx1"/>
              </a:solidFill>
            </a:endParaRPr>
          </a:p>
        </p:txBody>
      </p:sp>
      <p:sp>
        <p:nvSpPr>
          <p:cNvPr id="7" name="Tekstvak 6">
            <a:extLst>
              <a:ext uri="{FF2B5EF4-FFF2-40B4-BE49-F238E27FC236}">
                <a16:creationId xmlns:a16="http://schemas.microsoft.com/office/drawing/2014/main" id="{E9038CA5-E2C7-C3B0-CDE8-5FA6008F5DB6}"/>
              </a:ext>
            </a:extLst>
          </p:cNvPr>
          <p:cNvSpPr txBox="1"/>
          <p:nvPr/>
        </p:nvSpPr>
        <p:spPr>
          <a:xfrm rot="-780000">
            <a:off x="6412201" y="3632347"/>
            <a:ext cx="5463395" cy="646331"/>
          </a:xfrm>
          <a:prstGeom prst="rect">
            <a:avLst/>
          </a:prstGeom>
          <a:noFill/>
          <a:ln>
            <a:solidFill>
              <a:schemeClr val="tx1"/>
            </a:solidFill>
          </a:ln>
        </p:spPr>
        <p:txBody>
          <a:bodyPr wrap="square" lIns="91440" tIns="45720" rIns="91440" bIns="45720" rtlCol="0" anchor="t">
            <a:spAutoFit/>
          </a:bodyPr>
          <a:lstStyle/>
          <a:p>
            <a:r>
              <a:rPr lang="nl-BE" dirty="0">
                <a:solidFill>
                  <a:schemeClr val="tx1"/>
                </a:solidFill>
                <a:latin typeface="Arial"/>
                <a:ea typeface="Microsoft YaHei"/>
                <a:cs typeface="Arial"/>
              </a:rPr>
              <a:t>We </a:t>
            </a:r>
            <a:r>
              <a:rPr lang="nl-BE" dirty="0" err="1">
                <a:solidFill>
                  <a:schemeClr val="tx1"/>
                </a:solidFill>
                <a:latin typeface="Arial"/>
                <a:ea typeface="Microsoft YaHei"/>
                <a:cs typeface="Arial"/>
              </a:rPr>
              <a:t>added</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an</a:t>
            </a:r>
            <a:r>
              <a:rPr lang="nl-BE" dirty="0">
                <a:solidFill>
                  <a:schemeClr val="tx1"/>
                </a:solidFill>
                <a:latin typeface="Arial"/>
                <a:ea typeface="Microsoft YaHei"/>
                <a:cs typeface="Arial"/>
              </a:rPr>
              <a:t> extra API </a:t>
            </a:r>
            <a:r>
              <a:rPr lang="nl-BE" dirty="0" err="1">
                <a:solidFill>
                  <a:schemeClr val="tx1"/>
                </a:solidFill>
                <a:latin typeface="Arial"/>
                <a:ea typeface="Microsoft YaHei"/>
                <a:cs typeface="Arial"/>
              </a:rPr>
              <a:t>to</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the</a:t>
            </a:r>
            <a:r>
              <a:rPr lang="nl-BE" dirty="0">
                <a:solidFill>
                  <a:schemeClr val="tx1"/>
                </a:solidFill>
                <a:latin typeface="Arial"/>
                <a:ea typeface="Microsoft YaHei"/>
                <a:cs typeface="Arial"/>
              </a:rPr>
              <a:t> program </a:t>
            </a:r>
            <a:r>
              <a:rPr lang="nl-BE" dirty="0" err="1">
                <a:solidFill>
                  <a:schemeClr val="tx1"/>
                </a:solidFill>
                <a:latin typeface="Arial"/>
                <a:ea typeface="Microsoft YaHei"/>
                <a:cs typeface="Arial"/>
              </a:rPr>
              <a:t>and</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then</a:t>
            </a:r>
            <a:r>
              <a:rPr lang="nl-BE" dirty="0">
                <a:solidFill>
                  <a:schemeClr val="tx1"/>
                </a:solidFill>
                <a:latin typeface="Arial"/>
                <a:ea typeface="Microsoft YaHei"/>
                <a:cs typeface="Arial"/>
              </a:rPr>
              <a:t> </a:t>
            </a:r>
            <a:r>
              <a:rPr lang="nl-BE" dirty="0" err="1">
                <a:solidFill>
                  <a:schemeClr val="tx1"/>
                </a:solidFill>
                <a:latin typeface="Arial"/>
                <a:ea typeface="Microsoft YaHei"/>
                <a:cs typeface="Arial"/>
              </a:rPr>
              <a:t>removed</a:t>
            </a:r>
            <a:r>
              <a:rPr lang="nl-BE" dirty="0">
                <a:solidFill>
                  <a:schemeClr val="tx1"/>
                </a:solidFill>
                <a:latin typeface="Arial"/>
                <a:ea typeface="Microsoft YaHei"/>
                <a:cs typeface="Arial"/>
              </a:rPr>
              <a:t> it.</a:t>
            </a:r>
            <a:endParaRPr lang="nl-NL" dirty="0">
              <a:solidFill>
                <a:schemeClr val="tx1"/>
              </a:solidFill>
            </a:endParaRPr>
          </a:p>
        </p:txBody>
      </p:sp>
      <p:pic>
        <p:nvPicPr>
          <p:cNvPr id="6" name="Afbeelding 5" descr="Afbeelding met tekst, schermopname, software, Computerpictogram&#10;&#10;Door AI gegenereerde inhoud is mogelijk onjuist.">
            <a:extLst>
              <a:ext uri="{FF2B5EF4-FFF2-40B4-BE49-F238E27FC236}">
                <a16:creationId xmlns:a16="http://schemas.microsoft.com/office/drawing/2014/main" id="{E030EBD5-1810-E804-4232-2801706590E1}"/>
              </a:ext>
            </a:extLst>
          </p:cNvPr>
          <p:cNvPicPr>
            <a:picLocks noChangeAspect="1"/>
          </p:cNvPicPr>
          <p:nvPr/>
        </p:nvPicPr>
        <p:blipFill>
          <a:blip r:embed="rId3"/>
          <a:stretch>
            <a:fillRect/>
          </a:stretch>
        </p:blipFill>
        <p:spPr>
          <a:xfrm rot="-1980000">
            <a:off x="8384278" y="904860"/>
            <a:ext cx="3401667" cy="1806023"/>
          </a:xfrm>
          <a:prstGeom prst="rect">
            <a:avLst/>
          </a:prstGeom>
        </p:spPr>
      </p:pic>
    </p:spTree>
    <p:extLst>
      <p:ext uri="{BB962C8B-B14F-4D97-AF65-F5344CB8AC3E}">
        <p14:creationId xmlns:p14="http://schemas.microsoft.com/office/powerpoint/2010/main" val="367078953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962516" y="29514"/>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err="1">
                <a:latin typeface="Century Gothic"/>
              </a:rPr>
              <a:t>Punctuation</a:t>
            </a:r>
            <a:endParaRPr lang="nl-BE" altLang="nl-BE">
              <a:latin typeface="Century Gothic"/>
            </a:endParaRPr>
          </a:p>
        </p:txBody>
      </p:sp>
      <p:sp>
        <p:nvSpPr>
          <p:cNvPr id="2" name="Tijdelijke aanduiding voor dianummer 1"/>
          <p:cNvSpPr>
            <a:spLocks noGrp="1"/>
          </p:cNvSpPr>
          <p:nvPr>
            <p:ph type="sldNum" sz="quarter" idx="12"/>
          </p:nvPr>
        </p:nvSpPr>
        <p:spPr/>
        <p:txBody>
          <a:bodyPr/>
          <a:lstStyle/>
          <a:p>
            <a:fld id="{E6B75AF5-44F1-4206-903A-E5FDACB5291F}" type="slidenum">
              <a:rPr lang="nl-BE" altLang="nl-BE" smtClean="0"/>
              <a:pPr/>
              <a:t>5</a:t>
            </a:fld>
            <a:endParaRPr lang="nl-BE" altLang="nl-BE"/>
          </a:p>
        </p:txBody>
      </p:sp>
      <p:pic>
        <p:nvPicPr>
          <p:cNvPr id="2058" name="Picture 10" descr="Image result for comma funn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893" y="4437111"/>
            <a:ext cx="2164618" cy="2385409"/>
          </a:xfrm>
          <a:prstGeom prst="rect">
            <a:avLst/>
          </a:prstGeom>
          <a:noFill/>
          <a:extLst>
            <a:ext uri="{909E8E84-426E-40DD-AFC4-6F175D3DCCD1}">
              <a14:hiddenFill xmlns:a14="http://schemas.microsoft.com/office/drawing/2010/main">
                <a:solidFill>
                  <a:srgbClr val="FFFFFF"/>
                </a:solidFill>
              </a14:hiddenFill>
            </a:ext>
          </a:extLst>
        </p:spPr>
      </p:pic>
      <p:pic>
        <p:nvPicPr>
          <p:cNvPr id="3" name="Afbeelding 3" descr="Afbeelding met tekst, persoon&#10;&#10;Automatisch gegenereerde beschrijving">
            <a:extLst>
              <a:ext uri="{FF2B5EF4-FFF2-40B4-BE49-F238E27FC236}">
                <a16:creationId xmlns:a16="http://schemas.microsoft.com/office/drawing/2014/main" id="{83C1B96E-E9E8-2FD6-67DE-72F97CA33896}"/>
              </a:ext>
            </a:extLst>
          </p:cNvPr>
          <p:cNvPicPr>
            <a:picLocks noChangeAspect="1"/>
          </p:cNvPicPr>
          <p:nvPr/>
        </p:nvPicPr>
        <p:blipFill>
          <a:blip r:embed="rId4"/>
          <a:srcRect b="12807"/>
          <a:stretch/>
        </p:blipFill>
        <p:spPr>
          <a:xfrm>
            <a:off x="713770" y="638912"/>
            <a:ext cx="6227956" cy="3047064"/>
          </a:xfrm>
          <a:prstGeom prst="rect">
            <a:avLst/>
          </a:prstGeom>
        </p:spPr>
      </p:pic>
      <p:pic>
        <p:nvPicPr>
          <p:cNvPr id="4" name="Afbeelding 4" descr="Afbeelding met tekst, brief&#10;&#10;Automatisch gegenereerde beschrijving">
            <a:extLst>
              <a:ext uri="{FF2B5EF4-FFF2-40B4-BE49-F238E27FC236}">
                <a16:creationId xmlns:a16="http://schemas.microsoft.com/office/drawing/2014/main" id="{801D7D99-584C-9D08-7A74-8D78A3B65503}"/>
              </a:ext>
            </a:extLst>
          </p:cNvPr>
          <p:cNvPicPr>
            <a:picLocks noChangeAspect="1"/>
          </p:cNvPicPr>
          <p:nvPr/>
        </p:nvPicPr>
        <p:blipFill>
          <a:blip r:embed="rId5"/>
          <a:stretch>
            <a:fillRect/>
          </a:stretch>
        </p:blipFill>
        <p:spPr>
          <a:xfrm>
            <a:off x="7305040" y="889000"/>
            <a:ext cx="4734560" cy="4734560"/>
          </a:xfrm>
          <a:prstGeom prst="rect">
            <a:avLst/>
          </a:prstGeom>
        </p:spPr>
      </p:pic>
      <p:sp>
        <p:nvSpPr>
          <p:cNvPr id="5" name="Tekstvak 4">
            <a:extLst>
              <a:ext uri="{FF2B5EF4-FFF2-40B4-BE49-F238E27FC236}">
                <a16:creationId xmlns:a16="http://schemas.microsoft.com/office/drawing/2014/main" id="{B8A0F825-A39F-15B0-0C76-263DDE6ABC05}"/>
              </a:ext>
            </a:extLst>
          </p:cNvPr>
          <p:cNvSpPr txBox="1"/>
          <p:nvPr/>
        </p:nvSpPr>
        <p:spPr>
          <a:xfrm>
            <a:off x="717911" y="3680512"/>
            <a:ext cx="3096344" cy="400110"/>
          </a:xfrm>
          <a:prstGeom prst="rect">
            <a:avLst/>
          </a:prstGeom>
          <a:noFill/>
        </p:spPr>
        <p:txBody>
          <a:bodyPr wrap="square" rtlCol="0">
            <a:spAutoFit/>
          </a:bodyPr>
          <a:lstStyle/>
          <a:p>
            <a:pPr algn="l"/>
            <a:r>
              <a:rPr lang="nl-BE" sz="2000" dirty="0" err="1">
                <a:solidFill>
                  <a:schemeClr val="tx1"/>
                </a:solidFill>
                <a:cs typeface="Arial" panose="020B0604020202020204" pitchFamily="34" charset="0"/>
              </a:rPr>
              <a:t>Let’s</a:t>
            </a:r>
            <a:r>
              <a:rPr lang="nl-BE" sz="2000" dirty="0">
                <a:solidFill>
                  <a:schemeClr val="tx1"/>
                </a:solidFill>
                <a:cs typeface="Arial" panose="020B0604020202020204" pitchFamily="34" charset="0"/>
              </a:rPr>
              <a:t> </a:t>
            </a:r>
            <a:r>
              <a:rPr lang="nl-BE" sz="2000" dirty="0" err="1">
                <a:solidFill>
                  <a:schemeClr val="tx1"/>
                </a:solidFill>
                <a:cs typeface="Arial" panose="020B0604020202020204" pitchFamily="34" charset="0"/>
              </a:rPr>
              <a:t>eat</a:t>
            </a:r>
            <a:r>
              <a:rPr lang="nl-BE" sz="2000" dirty="0">
                <a:solidFill>
                  <a:schemeClr val="tx1"/>
                </a:solidFill>
                <a:cs typeface="Arial" panose="020B0604020202020204" pitchFamily="34" charset="0"/>
              </a:rPr>
              <a:t>, </a:t>
            </a:r>
            <a:r>
              <a:rPr lang="nl-BE" sz="2000" dirty="0" err="1">
                <a:solidFill>
                  <a:schemeClr val="tx1"/>
                </a:solidFill>
                <a:cs typeface="Arial" panose="020B0604020202020204" pitchFamily="34" charset="0"/>
              </a:rPr>
              <a:t>grandma</a:t>
            </a:r>
            <a:r>
              <a:rPr lang="nl-BE" sz="2000" dirty="0">
                <a:solidFill>
                  <a:schemeClr val="tx1"/>
                </a:solidFill>
                <a:cs typeface="Arial" panose="020B0604020202020204" pitchFamily="34" charset="0"/>
              </a:rPr>
              <a:t>! </a:t>
            </a:r>
            <a:endParaRPr lang="nl-BE" sz="2000" dirty="0">
              <a:solidFill>
                <a:schemeClr val="tx1"/>
              </a:solidFill>
              <a:latin typeface="Arial" panose="020B0604020202020204" pitchFamily="34" charset="0"/>
              <a:cs typeface="Arial" panose="020B0604020202020204" pitchFamily="34" charset="0"/>
            </a:endParaRPr>
          </a:p>
        </p:txBody>
      </p:sp>
      <p:sp>
        <p:nvSpPr>
          <p:cNvPr id="6" name="Tekstvak 5">
            <a:extLst>
              <a:ext uri="{FF2B5EF4-FFF2-40B4-BE49-F238E27FC236}">
                <a16:creationId xmlns:a16="http://schemas.microsoft.com/office/drawing/2014/main" id="{B8A6D213-BF70-4959-C01B-D51C10AA917B}"/>
              </a:ext>
            </a:extLst>
          </p:cNvPr>
          <p:cNvSpPr txBox="1"/>
          <p:nvPr/>
        </p:nvSpPr>
        <p:spPr>
          <a:xfrm>
            <a:off x="3945735" y="3645024"/>
            <a:ext cx="3096344" cy="400110"/>
          </a:xfrm>
          <a:prstGeom prst="rect">
            <a:avLst/>
          </a:prstGeom>
          <a:noFill/>
        </p:spPr>
        <p:txBody>
          <a:bodyPr wrap="square" rtlCol="0">
            <a:spAutoFit/>
          </a:bodyPr>
          <a:lstStyle/>
          <a:p>
            <a:pPr algn="l"/>
            <a:r>
              <a:rPr lang="nl-BE" sz="2000" dirty="0" err="1">
                <a:solidFill>
                  <a:schemeClr val="tx1"/>
                </a:solidFill>
                <a:cs typeface="Arial" panose="020B0604020202020204" pitchFamily="34" charset="0"/>
              </a:rPr>
              <a:t>Let’s</a:t>
            </a:r>
            <a:r>
              <a:rPr lang="nl-BE" sz="2000" dirty="0">
                <a:solidFill>
                  <a:schemeClr val="tx1"/>
                </a:solidFill>
                <a:cs typeface="Arial" panose="020B0604020202020204" pitchFamily="34" charset="0"/>
              </a:rPr>
              <a:t> </a:t>
            </a:r>
            <a:r>
              <a:rPr lang="nl-BE" sz="2000" dirty="0" err="1">
                <a:solidFill>
                  <a:schemeClr val="tx1"/>
                </a:solidFill>
                <a:cs typeface="Arial" panose="020B0604020202020204" pitchFamily="34" charset="0"/>
              </a:rPr>
              <a:t>eat</a:t>
            </a:r>
            <a:r>
              <a:rPr lang="nl-BE" sz="2000" dirty="0">
                <a:solidFill>
                  <a:schemeClr val="tx1"/>
                </a:solidFill>
                <a:cs typeface="Arial" panose="020B0604020202020204" pitchFamily="34" charset="0"/>
              </a:rPr>
              <a:t> </a:t>
            </a:r>
            <a:r>
              <a:rPr lang="nl-BE" sz="2000" dirty="0" err="1">
                <a:solidFill>
                  <a:schemeClr val="tx1"/>
                </a:solidFill>
                <a:cs typeface="Arial" panose="020B0604020202020204" pitchFamily="34" charset="0"/>
              </a:rPr>
              <a:t>grandma</a:t>
            </a:r>
            <a:r>
              <a:rPr lang="nl-BE" sz="2000" dirty="0">
                <a:solidFill>
                  <a:schemeClr val="tx1"/>
                </a:solidFill>
                <a:cs typeface="Arial" panose="020B0604020202020204" pitchFamily="34" charset="0"/>
              </a:rPr>
              <a:t>!</a:t>
            </a:r>
            <a:endParaRPr lang="nl-BE"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222506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962516" y="29514"/>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Punctuation</a:t>
            </a:r>
            <a:r>
              <a:rPr lang="nl-BE" altLang="nl-BE" dirty="0">
                <a:latin typeface="Century Gothic"/>
              </a:rPr>
              <a:t> - </a:t>
            </a:r>
            <a:r>
              <a:rPr lang="nl-BE" altLang="nl-BE" dirty="0" err="1">
                <a:latin typeface="Century Gothic"/>
              </a:rPr>
              <a:t>Comma</a:t>
            </a:r>
            <a:endParaRPr lang="nl-BE" altLang="nl-BE" dirty="0">
              <a:latin typeface="Century Gothic"/>
            </a:endParaRPr>
          </a:p>
        </p:txBody>
      </p:sp>
      <p:sp>
        <p:nvSpPr>
          <p:cNvPr id="2" name="Tijdelijke aanduiding voor dianummer 1"/>
          <p:cNvSpPr>
            <a:spLocks noGrp="1"/>
          </p:cNvSpPr>
          <p:nvPr>
            <p:ph type="sldNum" sz="quarter" idx="12"/>
          </p:nvPr>
        </p:nvSpPr>
        <p:spPr/>
        <p:txBody>
          <a:bodyPr/>
          <a:lstStyle/>
          <a:p>
            <a:fld id="{E6B75AF5-44F1-4206-903A-E5FDACB5291F}" type="slidenum">
              <a:rPr lang="nl-BE" altLang="nl-BE" smtClean="0"/>
              <a:pPr/>
              <a:t>6</a:t>
            </a:fld>
            <a:endParaRPr lang="nl-BE" altLang="nl-BE"/>
          </a:p>
        </p:txBody>
      </p:sp>
      <p:sp>
        <p:nvSpPr>
          <p:cNvPr id="3" name="Tekstvak 2"/>
          <p:cNvSpPr txBox="1"/>
          <p:nvPr/>
        </p:nvSpPr>
        <p:spPr>
          <a:xfrm>
            <a:off x="1962517" y="1556793"/>
            <a:ext cx="6391493" cy="4555093"/>
          </a:xfrm>
          <a:prstGeom prst="rect">
            <a:avLst/>
          </a:prstGeom>
          <a:noFill/>
        </p:spPr>
        <p:txBody>
          <a:bodyPr wrap="none" rtlCol="0">
            <a:spAutoFit/>
          </a:bodyPr>
          <a:lstStyle/>
          <a:p>
            <a:r>
              <a:rPr lang="nl-BE" dirty="0">
                <a:solidFill>
                  <a:schemeClr val="tx1"/>
                </a:solidFill>
              </a:rPr>
              <a:t>The designer, </a:t>
            </a:r>
            <a:r>
              <a:rPr lang="nl-BE" dirty="0" err="1">
                <a:solidFill>
                  <a:schemeClr val="tx1"/>
                </a:solidFill>
              </a:rPr>
              <a:t>who</a:t>
            </a:r>
            <a:r>
              <a:rPr lang="nl-BE" dirty="0">
                <a:solidFill>
                  <a:schemeClr val="tx1"/>
                </a:solidFill>
              </a:rPr>
              <a:t> </a:t>
            </a:r>
            <a:r>
              <a:rPr lang="nl-BE" dirty="0" err="1">
                <a:solidFill>
                  <a:schemeClr val="tx1"/>
                </a:solidFill>
              </a:rPr>
              <a:t>entered</a:t>
            </a:r>
            <a:r>
              <a:rPr lang="nl-BE" dirty="0">
                <a:solidFill>
                  <a:schemeClr val="tx1"/>
                </a:solidFill>
              </a:rPr>
              <a:t> </a:t>
            </a:r>
            <a:r>
              <a:rPr lang="nl-BE" dirty="0" err="1">
                <a:solidFill>
                  <a:schemeClr val="tx1"/>
                </a:solidFill>
              </a:rPr>
              <a:t>the</a:t>
            </a:r>
            <a:r>
              <a:rPr lang="nl-BE" dirty="0">
                <a:solidFill>
                  <a:schemeClr val="tx1"/>
                </a:solidFill>
              </a:rPr>
              <a:t> room, gave me </a:t>
            </a:r>
            <a:r>
              <a:rPr lang="nl-BE" dirty="0" err="1">
                <a:solidFill>
                  <a:schemeClr val="tx1"/>
                </a:solidFill>
              </a:rPr>
              <a:t>the</a:t>
            </a:r>
            <a:r>
              <a:rPr lang="nl-BE" dirty="0">
                <a:solidFill>
                  <a:schemeClr val="tx1"/>
                </a:solidFill>
              </a:rPr>
              <a:t> drawing.</a:t>
            </a:r>
          </a:p>
          <a:p>
            <a:endParaRPr lang="nl-BE" dirty="0">
              <a:solidFill>
                <a:schemeClr val="tx1"/>
              </a:solidFill>
            </a:endParaRPr>
          </a:p>
          <a:p>
            <a:r>
              <a:rPr lang="nl-BE" dirty="0">
                <a:solidFill>
                  <a:schemeClr val="tx1"/>
                </a:solidFill>
              </a:rPr>
              <a:t>The designer </a:t>
            </a:r>
            <a:r>
              <a:rPr lang="nl-BE" dirty="0" err="1">
                <a:solidFill>
                  <a:schemeClr val="tx1"/>
                </a:solidFill>
              </a:rPr>
              <a:t>who</a:t>
            </a:r>
            <a:r>
              <a:rPr lang="nl-BE" dirty="0">
                <a:solidFill>
                  <a:schemeClr val="tx1"/>
                </a:solidFill>
              </a:rPr>
              <a:t> </a:t>
            </a:r>
            <a:r>
              <a:rPr lang="nl-BE" dirty="0" err="1">
                <a:solidFill>
                  <a:schemeClr val="tx1"/>
                </a:solidFill>
              </a:rPr>
              <a:t>entered</a:t>
            </a:r>
            <a:r>
              <a:rPr lang="nl-BE" dirty="0">
                <a:solidFill>
                  <a:schemeClr val="tx1"/>
                </a:solidFill>
              </a:rPr>
              <a:t> </a:t>
            </a:r>
            <a:r>
              <a:rPr lang="nl-BE" dirty="0" err="1">
                <a:solidFill>
                  <a:schemeClr val="tx1"/>
                </a:solidFill>
              </a:rPr>
              <a:t>the</a:t>
            </a:r>
            <a:r>
              <a:rPr lang="nl-BE" dirty="0">
                <a:solidFill>
                  <a:schemeClr val="tx1"/>
                </a:solidFill>
              </a:rPr>
              <a:t> room gave me </a:t>
            </a:r>
            <a:r>
              <a:rPr lang="nl-BE" dirty="0" err="1">
                <a:solidFill>
                  <a:schemeClr val="tx1"/>
                </a:solidFill>
              </a:rPr>
              <a:t>the</a:t>
            </a:r>
            <a:r>
              <a:rPr lang="nl-BE" dirty="0">
                <a:solidFill>
                  <a:schemeClr val="tx1"/>
                </a:solidFill>
              </a:rPr>
              <a:t> drawing.</a:t>
            </a:r>
          </a:p>
          <a:p>
            <a:endParaRPr lang="nl-BE" dirty="0">
              <a:solidFill>
                <a:schemeClr val="tx1"/>
              </a:solidFill>
            </a:endParaRPr>
          </a:p>
          <a:p>
            <a:r>
              <a:rPr lang="nl-BE" sz="2800" dirty="0">
                <a:solidFill>
                  <a:schemeClr val="tx1"/>
                </a:solidFill>
              </a:rPr>
              <a:t>How </a:t>
            </a:r>
            <a:r>
              <a:rPr lang="nl-BE" sz="2800" dirty="0" err="1">
                <a:solidFill>
                  <a:schemeClr val="tx1"/>
                </a:solidFill>
              </a:rPr>
              <a:t>many</a:t>
            </a:r>
            <a:r>
              <a:rPr lang="nl-BE" sz="2800" dirty="0">
                <a:solidFill>
                  <a:schemeClr val="tx1"/>
                </a:solidFill>
              </a:rPr>
              <a:t> designers are </a:t>
            </a:r>
            <a:r>
              <a:rPr lang="nl-BE" sz="2800" dirty="0" err="1">
                <a:solidFill>
                  <a:schemeClr val="tx1"/>
                </a:solidFill>
              </a:rPr>
              <a:t>there</a:t>
            </a:r>
            <a:r>
              <a:rPr lang="nl-BE" sz="2800" dirty="0">
                <a:solidFill>
                  <a:schemeClr val="tx1"/>
                </a:solidFill>
              </a:rPr>
              <a:t>?</a:t>
            </a:r>
          </a:p>
          <a:p>
            <a:endParaRPr lang="nl-BE" dirty="0">
              <a:solidFill>
                <a:schemeClr val="tx1"/>
              </a:solidFill>
            </a:endParaRPr>
          </a:p>
          <a:p>
            <a:endParaRPr lang="nl-BE" dirty="0">
              <a:solidFill>
                <a:schemeClr val="tx1"/>
              </a:solidFill>
            </a:endParaRPr>
          </a:p>
          <a:p>
            <a:endParaRPr lang="nl-BE" dirty="0">
              <a:solidFill>
                <a:schemeClr val="tx1"/>
              </a:solidFill>
            </a:endParaRPr>
          </a:p>
          <a:p>
            <a:r>
              <a:rPr lang="nl-BE" dirty="0">
                <a:solidFill>
                  <a:schemeClr val="tx1"/>
                </a:solidFill>
              </a:rPr>
              <a:t>The </a:t>
            </a:r>
            <a:r>
              <a:rPr lang="nl-BE" dirty="0" err="1">
                <a:solidFill>
                  <a:schemeClr val="tx1"/>
                </a:solidFill>
              </a:rPr>
              <a:t>Poca</a:t>
            </a:r>
            <a:r>
              <a:rPr lang="nl-BE" dirty="0">
                <a:solidFill>
                  <a:schemeClr val="tx1"/>
                </a:solidFill>
              </a:rPr>
              <a:t> </a:t>
            </a:r>
            <a:r>
              <a:rPr lang="nl-BE" dirty="0" err="1">
                <a:solidFill>
                  <a:schemeClr val="tx1"/>
                </a:solidFill>
              </a:rPr>
              <a:t>group</a:t>
            </a:r>
            <a:r>
              <a:rPr lang="nl-BE" dirty="0">
                <a:solidFill>
                  <a:schemeClr val="tx1"/>
                </a:solidFill>
              </a:rPr>
              <a:t>, </a:t>
            </a:r>
            <a:r>
              <a:rPr lang="nl-BE" dirty="0" err="1">
                <a:solidFill>
                  <a:schemeClr val="tx1"/>
                </a:solidFill>
              </a:rPr>
              <a:t>which</a:t>
            </a:r>
            <a:r>
              <a:rPr lang="nl-BE" dirty="0">
                <a:solidFill>
                  <a:schemeClr val="tx1"/>
                </a:solidFill>
              </a:rPr>
              <a:t> </a:t>
            </a:r>
            <a:r>
              <a:rPr lang="nl-BE" dirty="0" err="1">
                <a:solidFill>
                  <a:schemeClr val="tx1"/>
                </a:solidFill>
              </a:rPr>
              <a:t>helped</a:t>
            </a:r>
            <a:r>
              <a:rPr lang="nl-BE" dirty="0">
                <a:solidFill>
                  <a:schemeClr val="tx1"/>
                </a:solidFill>
              </a:rPr>
              <a:t> me, has over 200 employees.</a:t>
            </a:r>
          </a:p>
          <a:p>
            <a:endParaRPr lang="nl-BE" dirty="0">
              <a:solidFill>
                <a:schemeClr val="tx1"/>
              </a:solidFill>
            </a:endParaRPr>
          </a:p>
          <a:p>
            <a:r>
              <a:rPr lang="nl-BE" dirty="0">
                <a:solidFill>
                  <a:schemeClr val="tx1"/>
                </a:solidFill>
              </a:rPr>
              <a:t>The </a:t>
            </a:r>
            <a:r>
              <a:rPr lang="nl-BE" dirty="0" err="1">
                <a:solidFill>
                  <a:schemeClr val="tx1"/>
                </a:solidFill>
              </a:rPr>
              <a:t>Poca</a:t>
            </a:r>
            <a:r>
              <a:rPr lang="nl-BE" dirty="0">
                <a:solidFill>
                  <a:schemeClr val="tx1"/>
                </a:solidFill>
              </a:rPr>
              <a:t> </a:t>
            </a:r>
            <a:r>
              <a:rPr lang="nl-BE" dirty="0" err="1">
                <a:solidFill>
                  <a:schemeClr val="tx1"/>
                </a:solidFill>
              </a:rPr>
              <a:t>group</a:t>
            </a:r>
            <a:r>
              <a:rPr lang="nl-BE" dirty="0">
                <a:solidFill>
                  <a:schemeClr val="tx1"/>
                </a:solidFill>
              </a:rPr>
              <a:t> </a:t>
            </a:r>
            <a:r>
              <a:rPr lang="nl-BE" dirty="0" err="1">
                <a:solidFill>
                  <a:schemeClr val="tx1"/>
                </a:solidFill>
              </a:rPr>
              <a:t>which</a:t>
            </a:r>
            <a:r>
              <a:rPr lang="nl-BE" dirty="0">
                <a:solidFill>
                  <a:schemeClr val="tx1"/>
                </a:solidFill>
              </a:rPr>
              <a:t> </a:t>
            </a:r>
            <a:r>
              <a:rPr lang="nl-BE" dirty="0" err="1">
                <a:solidFill>
                  <a:schemeClr val="tx1"/>
                </a:solidFill>
              </a:rPr>
              <a:t>helped</a:t>
            </a:r>
            <a:r>
              <a:rPr lang="nl-BE" dirty="0">
                <a:solidFill>
                  <a:schemeClr val="tx1"/>
                </a:solidFill>
              </a:rPr>
              <a:t> me has over 200 employees.</a:t>
            </a:r>
          </a:p>
          <a:p>
            <a:endParaRPr lang="nl-BE" dirty="0">
              <a:solidFill>
                <a:schemeClr val="tx1"/>
              </a:solidFill>
            </a:endParaRPr>
          </a:p>
          <a:p>
            <a:r>
              <a:rPr lang="nl-BE" sz="2800" dirty="0" err="1">
                <a:solidFill>
                  <a:schemeClr val="tx1"/>
                </a:solidFill>
              </a:rPr>
              <a:t>I’m</a:t>
            </a:r>
            <a:r>
              <a:rPr lang="nl-BE" sz="2800" dirty="0">
                <a:solidFill>
                  <a:schemeClr val="tx1"/>
                </a:solidFill>
              </a:rPr>
              <a:t> </a:t>
            </a:r>
            <a:r>
              <a:rPr lang="nl-BE" sz="2800" dirty="0" err="1">
                <a:solidFill>
                  <a:schemeClr val="tx1"/>
                </a:solidFill>
              </a:rPr>
              <a:t>confused</a:t>
            </a:r>
            <a:r>
              <a:rPr lang="nl-BE" sz="2800" dirty="0">
                <a:solidFill>
                  <a:schemeClr val="tx1"/>
                </a:solidFill>
              </a:rPr>
              <a:t>.</a:t>
            </a:r>
          </a:p>
          <a:p>
            <a:endParaRPr lang="nl-BE" dirty="0">
              <a:solidFill>
                <a:schemeClr val="tx1"/>
              </a:solidFill>
            </a:endParaRPr>
          </a:p>
          <a:p>
            <a:endParaRPr lang="nl-BE" dirty="0">
              <a:solidFill>
                <a:schemeClr val="tx1"/>
              </a:solidFill>
            </a:endParaRPr>
          </a:p>
        </p:txBody>
      </p:sp>
    </p:spTree>
    <p:extLst>
      <p:ext uri="{BB962C8B-B14F-4D97-AF65-F5344CB8AC3E}">
        <p14:creationId xmlns:p14="http://schemas.microsoft.com/office/powerpoint/2010/main" val="11065694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0" end="10"/>
                                            </p:txEl>
                                          </p:spTgt>
                                        </p:tgtEl>
                                        <p:attrNameLst>
                                          <p:attrName>style.visibility</p:attrName>
                                        </p:attrNameLst>
                                      </p:cBhvr>
                                      <p:to>
                                        <p:strVal val="visible"/>
                                      </p:to>
                                    </p:set>
                                    <p:animEffect transition="in" filter="fade">
                                      <p:cBhvr>
                                        <p:cTn id="10" dur="500"/>
                                        <p:tgtEl>
                                          <p:spTgt spid="3">
                                            <p:txEl>
                                              <p:pRg st="10" end="1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animEffect transition="in" filter="fade">
                                      <p:cBhvr>
                                        <p:cTn id="13"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962516" y="29514"/>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err="1">
                <a:latin typeface="Century Gothic"/>
              </a:rPr>
              <a:t>Punctuation</a:t>
            </a:r>
            <a:r>
              <a:rPr lang="nl-BE" altLang="nl-BE" dirty="0">
                <a:latin typeface="Century Gothic"/>
              </a:rPr>
              <a:t> - </a:t>
            </a:r>
            <a:r>
              <a:rPr lang="nl-BE" altLang="nl-BE" err="1">
                <a:latin typeface="Century Gothic"/>
              </a:rPr>
              <a:t>Comma</a:t>
            </a:r>
            <a:endParaRPr lang="nl-BE" altLang="nl-BE">
              <a:latin typeface="Century Gothic"/>
            </a:endParaRPr>
          </a:p>
        </p:txBody>
      </p:sp>
      <p:sp>
        <p:nvSpPr>
          <p:cNvPr id="2" name="Tijdelijke aanduiding voor dianummer 1"/>
          <p:cNvSpPr>
            <a:spLocks noGrp="1"/>
          </p:cNvSpPr>
          <p:nvPr>
            <p:ph type="sldNum" sz="quarter" idx="12"/>
          </p:nvPr>
        </p:nvSpPr>
        <p:spPr/>
        <p:txBody>
          <a:bodyPr/>
          <a:lstStyle/>
          <a:p>
            <a:fld id="{E6B75AF5-44F1-4206-903A-E5FDACB5291F}" type="slidenum">
              <a:rPr lang="nl-BE" altLang="nl-BE" smtClean="0"/>
              <a:pPr/>
              <a:t>7</a:t>
            </a:fld>
            <a:endParaRPr lang="nl-BE" altLang="nl-BE"/>
          </a:p>
        </p:txBody>
      </p:sp>
      <p:sp>
        <p:nvSpPr>
          <p:cNvPr id="3" name="Tekstvak 2"/>
          <p:cNvSpPr txBox="1"/>
          <p:nvPr/>
        </p:nvSpPr>
        <p:spPr>
          <a:xfrm>
            <a:off x="1588275" y="1162508"/>
            <a:ext cx="10751006" cy="4339650"/>
          </a:xfrm>
          <a:prstGeom prst="rect">
            <a:avLst/>
          </a:prstGeom>
          <a:noFill/>
        </p:spPr>
        <p:txBody>
          <a:bodyPr wrap="square" lIns="91440" tIns="45720" rIns="91440" bIns="45720" rtlCol="0" anchor="t">
            <a:spAutoFit/>
          </a:bodyPr>
          <a:lstStyle/>
          <a:p>
            <a:r>
              <a:rPr lang="nl-BE" sz="5400" i="1" err="1">
                <a:solidFill>
                  <a:srgbClr val="00B050"/>
                </a:solidFill>
                <a:latin typeface="Lucida Handwriting"/>
                <a:ea typeface="Microsoft YaHei"/>
                <a:sym typeface="Wingdings" panose="05000000000000000000" pitchFamily="2" charset="2"/>
              </a:rPr>
              <a:t>Use</a:t>
            </a:r>
            <a:r>
              <a:rPr lang="nl-BE" sz="5400" i="1" dirty="0">
                <a:solidFill>
                  <a:srgbClr val="00B050"/>
                </a:solidFill>
                <a:latin typeface="Lucida Handwriting"/>
                <a:ea typeface="Microsoft YaHei"/>
                <a:sym typeface="Wingdings" panose="05000000000000000000" pitchFamily="2" charset="2"/>
              </a:rPr>
              <a:t> a </a:t>
            </a:r>
            <a:r>
              <a:rPr lang="nl-BE" sz="5400" i="1" err="1">
                <a:solidFill>
                  <a:srgbClr val="00B050"/>
                </a:solidFill>
                <a:latin typeface="Lucida Handwriting"/>
                <a:ea typeface="Microsoft YaHei"/>
                <a:sym typeface="Wingdings" panose="05000000000000000000" pitchFamily="2" charset="2"/>
              </a:rPr>
              <a:t>comma</a:t>
            </a:r>
            <a:r>
              <a:rPr lang="nl-BE" sz="5400" i="1" dirty="0">
                <a:solidFill>
                  <a:srgbClr val="00B050"/>
                </a:solidFill>
                <a:latin typeface="Lucida Handwriting"/>
                <a:ea typeface="Microsoft YaHei"/>
                <a:sym typeface="Wingdings" panose="05000000000000000000" pitchFamily="2" charset="2"/>
              </a:rPr>
              <a:t> in a non-</a:t>
            </a:r>
            <a:r>
              <a:rPr lang="nl-BE" sz="5400" i="1" err="1">
                <a:solidFill>
                  <a:srgbClr val="00B050"/>
                </a:solidFill>
                <a:latin typeface="Lucida Handwriting"/>
                <a:ea typeface="Microsoft YaHei"/>
                <a:sym typeface="Wingdings" panose="05000000000000000000" pitchFamily="2" charset="2"/>
              </a:rPr>
              <a:t>defining</a:t>
            </a:r>
            <a:r>
              <a:rPr lang="nl-BE" sz="5400" i="1" dirty="0">
                <a:solidFill>
                  <a:srgbClr val="00B050"/>
                </a:solidFill>
                <a:latin typeface="Lucida Handwriting"/>
                <a:ea typeface="Microsoft YaHei"/>
                <a:sym typeface="Wingdings" panose="05000000000000000000" pitchFamily="2" charset="2"/>
              </a:rPr>
              <a:t> clause!</a:t>
            </a:r>
            <a:endParaRPr lang="nl-BE" sz="5400" i="1" dirty="0">
              <a:solidFill>
                <a:srgbClr val="00B050"/>
              </a:solidFill>
              <a:latin typeface="Lucida Handwriting"/>
              <a:ea typeface="Microsoft YaHei"/>
            </a:endParaRPr>
          </a:p>
          <a:p>
            <a:endParaRPr lang="nl-BE" sz="2800" dirty="0">
              <a:solidFill>
                <a:schemeClr val="tx1"/>
              </a:solidFill>
              <a:cs typeface="Arial"/>
            </a:endParaRPr>
          </a:p>
          <a:p>
            <a:r>
              <a:rPr lang="nl-BE" sz="2800" dirty="0">
                <a:solidFill>
                  <a:schemeClr val="tx1"/>
                </a:solidFill>
                <a:latin typeface="Arial"/>
                <a:ea typeface="Microsoft YaHei"/>
                <a:cs typeface="Arial"/>
                <a:sym typeface="Wingdings" panose="05000000000000000000" pitchFamily="2" charset="2"/>
              </a:rPr>
              <a:t>Extra information, </a:t>
            </a:r>
            <a:r>
              <a:rPr lang="nl-BE" sz="2800" err="1">
                <a:solidFill>
                  <a:schemeClr val="tx1"/>
                </a:solidFill>
                <a:latin typeface="Arial"/>
                <a:ea typeface="Microsoft YaHei"/>
                <a:cs typeface="Arial"/>
                <a:sym typeface="Wingdings" panose="05000000000000000000" pitchFamily="2" charset="2"/>
              </a:rPr>
              <a:t>can</a:t>
            </a:r>
            <a:r>
              <a:rPr lang="nl-BE" sz="2800" dirty="0">
                <a:solidFill>
                  <a:schemeClr val="tx1"/>
                </a:solidFill>
                <a:latin typeface="Arial"/>
                <a:ea typeface="Microsoft YaHei"/>
                <a:cs typeface="Arial"/>
                <a:sym typeface="Wingdings" panose="05000000000000000000" pitchFamily="2" charset="2"/>
              </a:rPr>
              <a:t> </a:t>
            </a:r>
            <a:r>
              <a:rPr lang="nl-BE" sz="2800" err="1">
                <a:solidFill>
                  <a:schemeClr val="tx1"/>
                </a:solidFill>
                <a:latin typeface="Arial"/>
                <a:ea typeface="Microsoft YaHei"/>
                <a:cs typeface="Arial"/>
                <a:sym typeface="Wingdings" panose="05000000000000000000" pitchFamily="2" charset="2"/>
              </a:rPr>
              <a:t>be</a:t>
            </a:r>
            <a:r>
              <a:rPr lang="nl-BE" sz="2800" dirty="0">
                <a:solidFill>
                  <a:schemeClr val="tx1"/>
                </a:solidFill>
                <a:latin typeface="Arial"/>
                <a:ea typeface="Microsoft YaHei"/>
                <a:cs typeface="Arial"/>
                <a:sym typeface="Wingdings" panose="05000000000000000000" pitchFamily="2" charset="2"/>
              </a:rPr>
              <a:t> </a:t>
            </a:r>
            <a:r>
              <a:rPr lang="nl-BE" sz="2800" err="1">
                <a:solidFill>
                  <a:schemeClr val="tx1"/>
                </a:solidFill>
                <a:latin typeface="Arial"/>
                <a:ea typeface="Microsoft YaHei"/>
                <a:cs typeface="Arial"/>
                <a:sym typeface="Wingdings" panose="05000000000000000000" pitchFamily="2" charset="2"/>
              </a:rPr>
              <a:t>omitted</a:t>
            </a:r>
            <a:r>
              <a:rPr lang="nl-BE" sz="2800" dirty="0">
                <a:solidFill>
                  <a:schemeClr val="tx1"/>
                </a:solidFill>
                <a:latin typeface="Arial"/>
                <a:ea typeface="Microsoft YaHei"/>
                <a:cs typeface="Arial"/>
                <a:sym typeface="Wingdings" panose="05000000000000000000" pitchFamily="2" charset="2"/>
              </a:rPr>
              <a:t>? </a:t>
            </a:r>
            <a:endParaRPr lang="nl-BE" sz="2800" dirty="0">
              <a:solidFill>
                <a:schemeClr val="tx1"/>
              </a:solidFill>
              <a:latin typeface="Arial"/>
              <a:ea typeface="Microsoft YaHei"/>
              <a:cs typeface="Arial"/>
            </a:endParaRPr>
          </a:p>
          <a:p>
            <a:r>
              <a:rPr lang="nl-BE" sz="2800" dirty="0">
                <a:solidFill>
                  <a:schemeClr val="tx1"/>
                </a:solidFill>
                <a:latin typeface="Arial"/>
                <a:ea typeface="Microsoft YaHei"/>
                <a:cs typeface="Arial"/>
                <a:sym typeface="Wingdings" panose="05000000000000000000" pitchFamily="2" charset="2"/>
              </a:rPr>
              <a:t> </a:t>
            </a:r>
            <a:r>
              <a:rPr lang="nl-BE" sz="2800" err="1">
                <a:solidFill>
                  <a:schemeClr val="tx1"/>
                </a:solidFill>
                <a:latin typeface="Arial"/>
                <a:ea typeface="Microsoft YaHei"/>
                <a:cs typeface="Arial"/>
                <a:sym typeface="Wingdings" panose="05000000000000000000" pitchFamily="2" charset="2"/>
              </a:rPr>
              <a:t>Comma</a:t>
            </a:r>
            <a:r>
              <a:rPr lang="nl-BE" sz="2800" dirty="0">
                <a:solidFill>
                  <a:schemeClr val="tx1"/>
                </a:solidFill>
                <a:latin typeface="Arial"/>
                <a:ea typeface="Microsoft YaHei"/>
                <a:cs typeface="Arial"/>
                <a:sym typeface="Wingdings" panose="05000000000000000000" pitchFamily="2" charset="2"/>
              </a:rPr>
              <a:t>!</a:t>
            </a:r>
            <a:endParaRPr lang="nl-BE" sz="2800" dirty="0">
              <a:solidFill>
                <a:schemeClr val="tx1"/>
              </a:solidFill>
              <a:latin typeface="Arial"/>
              <a:ea typeface="Microsoft YaHei"/>
              <a:cs typeface="Arial"/>
            </a:endParaRPr>
          </a:p>
          <a:p>
            <a:endParaRPr lang="nl-BE" sz="2800" dirty="0">
              <a:solidFill>
                <a:schemeClr val="tx1"/>
              </a:solidFill>
              <a:cs typeface="Arial"/>
            </a:endParaRPr>
          </a:p>
          <a:p>
            <a:r>
              <a:rPr lang="nl-BE" sz="2800" err="1">
                <a:solidFill>
                  <a:schemeClr val="tx1"/>
                </a:solidFill>
                <a:latin typeface="Arial"/>
                <a:ea typeface="Microsoft YaHei"/>
                <a:cs typeface="Arial"/>
              </a:rPr>
              <a:t>Makes</a:t>
            </a:r>
            <a:r>
              <a:rPr lang="nl-BE" sz="2800" dirty="0">
                <a:solidFill>
                  <a:schemeClr val="tx1"/>
                </a:solidFill>
                <a:latin typeface="Arial"/>
                <a:ea typeface="Microsoft YaHei"/>
                <a:cs typeface="Arial"/>
              </a:rPr>
              <a:t> </a:t>
            </a:r>
            <a:r>
              <a:rPr lang="nl-BE" sz="2800" err="1">
                <a:solidFill>
                  <a:schemeClr val="tx1"/>
                </a:solidFill>
                <a:latin typeface="Arial"/>
                <a:ea typeface="Microsoft YaHei"/>
                <a:cs typeface="Arial"/>
              </a:rPr>
              <a:t>sure</a:t>
            </a:r>
            <a:r>
              <a:rPr lang="nl-BE" sz="2800" dirty="0">
                <a:solidFill>
                  <a:schemeClr val="tx1"/>
                </a:solidFill>
                <a:latin typeface="Arial"/>
                <a:ea typeface="Microsoft YaHei"/>
                <a:cs typeface="Arial"/>
              </a:rPr>
              <a:t> </a:t>
            </a:r>
            <a:r>
              <a:rPr lang="nl-BE" sz="2800" err="1">
                <a:solidFill>
                  <a:schemeClr val="tx1"/>
                </a:solidFill>
                <a:latin typeface="Arial"/>
                <a:ea typeface="Microsoft YaHei"/>
                <a:cs typeface="Arial"/>
              </a:rPr>
              <a:t>we’re</a:t>
            </a:r>
            <a:r>
              <a:rPr lang="nl-BE" sz="2800" dirty="0">
                <a:solidFill>
                  <a:schemeClr val="tx1"/>
                </a:solidFill>
                <a:latin typeface="Arial"/>
                <a:ea typeface="Microsoft YaHei"/>
                <a:cs typeface="Arial"/>
              </a:rPr>
              <a:t> </a:t>
            </a:r>
            <a:r>
              <a:rPr lang="nl-BE" sz="2800" err="1">
                <a:solidFill>
                  <a:schemeClr val="tx1"/>
                </a:solidFill>
                <a:latin typeface="Arial"/>
                <a:ea typeface="Microsoft YaHei"/>
                <a:cs typeface="Arial"/>
              </a:rPr>
              <a:t>talking</a:t>
            </a:r>
            <a:r>
              <a:rPr lang="nl-BE" sz="2800" dirty="0">
                <a:solidFill>
                  <a:schemeClr val="tx1"/>
                </a:solidFill>
                <a:latin typeface="Arial"/>
                <a:ea typeface="Microsoft YaHei"/>
                <a:cs typeface="Arial"/>
              </a:rPr>
              <a:t> </a:t>
            </a:r>
            <a:r>
              <a:rPr lang="nl-BE" sz="2800" err="1">
                <a:solidFill>
                  <a:schemeClr val="tx1"/>
                </a:solidFill>
                <a:latin typeface="Arial"/>
                <a:ea typeface="Microsoft YaHei"/>
                <a:cs typeface="Arial"/>
              </a:rPr>
              <a:t>about</a:t>
            </a:r>
            <a:r>
              <a:rPr lang="nl-BE" sz="2800" dirty="0">
                <a:solidFill>
                  <a:schemeClr val="tx1"/>
                </a:solidFill>
                <a:latin typeface="Arial"/>
                <a:ea typeface="Microsoft YaHei"/>
                <a:cs typeface="Arial"/>
              </a:rPr>
              <a:t> THAT subject? </a:t>
            </a:r>
          </a:p>
          <a:p>
            <a:r>
              <a:rPr lang="nl-BE" sz="2800" dirty="0">
                <a:solidFill>
                  <a:schemeClr val="tx1"/>
                </a:solidFill>
                <a:latin typeface="Arial"/>
                <a:ea typeface="Microsoft YaHei"/>
                <a:cs typeface="Arial"/>
                <a:sym typeface="Wingdings" panose="05000000000000000000" pitchFamily="2" charset="2"/>
              </a:rPr>
              <a:t> </a:t>
            </a:r>
            <a:r>
              <a:rPr lang="nl-BE" sz="2800" dirty="0">
                <a:solidFill>
                  <a:schemeClr val="tx1"/>
                </a:solidFill>
                <a:latin typeface="Arial"/>
                <a:ea typeface="Microsoft YaHei"/>
                <a:cs typeface="Arial"/>
              </a:rPr>
              <a:t>No </a:t>
            </a:r>
            <a:r>
              <a:rPr lang="nl-BE" sz="2800" err="1">
                <a:solidFill>
                  <a:schemeClr val="tx1"/>
                </a:solidFill>
                <a:latin typeface="Arial"/>
                <a:ea typeface="Microsoft YaHei"/>
                <a:cs typeface="Arial"/>
              </a:rPr>
              <a:t>comma</a:t>
            </a:r>
            <a:endParaRPr lang="nl-BE" sz="2800">
              <a:solidFill>
                <a:schemeClr val="tx1"/>
              </a:solidFill>
              <a:latin typeface="Arial"/>
              <a:ea typeface="Microsoft YaHei"/>
              <a:cs typeface="Arial"/>
            </a:endParaRPr>
          </a:p>
        </p:txBody>
      </p:sp>
    </p:spTree>
    <p:extLst>
      <p:ext uri="{BB962C8B-B14F-4D97-AF65-F5344CB8AC3E}">
        <p14:creationId xmlns:p14="http://schemas.microsoft.com/office/powerpoint/2010/main" val="167201607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ircle(in)">
                                      <p:cBhvr>
                                        <p:cTn id="7" dur="2000"/>
                                        <p:tgtEl>
                                          <p:spTgt spid="3">
                                            <p:txEl>
                                              <p:pRg st="2" end="2"/>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circle(in)">
                                      <p:cBhvr>
                                        <p:cTn id="10" dur="2000"/>
                                        <p:tgtEl>
                                          <p:spTgt spid="3">
                                            <p:txEl>
                                              <p:pRg st="3" end="3"/>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circle(in)">
                                      <p:cBhvr>
                                        <p:cTn id="13" dur="2000"/>
                                        <p:tgtEl>
                                          <p:spTgt spid="3">
                                            <p:txEl>
                                              <p:pRg st="5" end="5"/>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circle(in)">
                                      <p:cBhvr>
                                        <p:cTn id="16"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962516" y="29514"/>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Exercise </a:t>
            </a:r>
          </a:p>
        </p:txBody>
      </p:sp>
      <p:sp>
        <p:nvSpPr>
          <p:cNvPr id="2" name="Tijdelijke aanduiding voor dianummer 1"/>
          <p:cNvSpPr>
            <a:spLocks noGrp="1"/>
          </p:cNvSpPr>
          <p:nvPr>
            <p:ph type="sldNum" sz="quarter" idx="12"/>
          </p:nvPr>
        </p:nvSpPr>
        <p:spPr/>
        <p:txBody>
          <a:bodyPr/>
          <a:lstStyle/>
          <a:p>
            <a:fld id="{E6B75AF5-44F1-4206-903A-E5FDACB5291F}" type="slidenum">
              <a:rPr lang="nl-BE" altLang="nl-BE" smtClean="0"/>
              <a:pPr/>
              <a:t>8</a:t>
            </a:fld>
            <a:endParaRPr lang="nl-BE" altLang="nl-BE"/>
          </a:p>
        </p:txBody>
      </p:sp>
      <p:pic>
        <p:nvPicPr>
          <p:cNvPr id="4" name="Picture 3">
            <a:extLst>
              <a:ext uri="{FF2B5EF4-FFF2-40B4-BE49-F238E27FC236}">
                <a16:creationId xmlns:a16="http://schemas.microsoft.com/office/drawing/2014/main" id="{F9641F1A-B069-ED4A-8C33-C16C6E14BE1D}"/>
              </a:ext>
            </a:extLst>
          </p:cNvPr>
          <p:cNvPicPr>
            <a:picLocks noChangeAspect="1"/>
          </p:cNvPicPr>
          <p:nvPr/>
        </p:nvPicPr>
        <p:blipFill>
          <a:blip r:embed="rId3"/>
          <a:stretch>
            <a:fillRect/>
          </a:stretch>
        </p:blipFill>
        <p:spPr>
          <a:xfrm>
            <a:off x="1915269" y="908720"/>
            <a:ext cx="8352928" cy="4688307"/>
          </a:xfrm>
          <a:prstGeom prst="rect">
            <a:avLst/>
          </a:prstGeom>
        </p:spPr>
      </p:pic>
      <p:sp>
        <p:nvSpPr>
          <p:cNvPr id="5" name="Rectangle 4">
            <a:extLst>
              <a:ext uri="{FF2B5EF4-FFF2-40B4-BE49-F238E27FC236}">
                <a16:creationId xmlns:a16="http://schemas.microsoft.com/office/drawing/2014/main" id="{93B39344-10EF-404F-A54D-CC6FD7EFA9A9}"/>
              </a:ext>
            </a:extLst>
          </p:cNvPr>
          <p:cNvSpPr/>
          <p:nvPr/>
        </p:nvSpPr>
        <p:spPr>
          <a:xfrm>
            <a:off x="3812160" y="5607358"/>
            <a:ext cx="3326552" cy="369332"/>
          </a:xfrm>
          <a:prstGeom prst="rect">
            <a:avLst/>
          </a:prstGeom>
        </p:spPr>
        <p:txBody>
          <a:bodyPr wrap="none">
            <a:spAutoFit/>
          </a:bodyPr>
          <a:lstStyle/>
          <a:p>
            <a:r>
              <a:rPr lang="en-GB" dirty="0">
                <a:solidFill>
                  <a:schemeClr val="tx1"/>
                </a:solidFill>
                <a:hlinkClick r:id="rId4"/>
              </a:rPr>
              <a:t>Who wants to be a millionaire?</a:t>
            </a:r>
            <a:endParaRPr lang="en-GB" dirty="0">
              <a:solidFill>
                <a:schemeClr val="tx1"/>
              </a:solidFill>
            </a:endParaRPr>
          </a:p>
        </p:txBody>
      </p:sp>
    </p:spTree>
    <p:extLst>
      <p:ext uri="{BB962C8B-B14F-4D97-AF65-F5344CB8AC3E}">
        <p14:creationId xmlns:p14="http://schemas.microsoft.com/office/powerpoint/2010/main" val="132846042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962516" y="29514"/>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Punctuation</a:t>
            </a:r>
            <a:r>
              <a:rPr lang="nl-BE" altLang="nl-BE" dirty="0">
                <a:latin typeface="Century Gothic"/>
              </a:rPr>
              <a:t> - </a:t>
            </a:r>
            <a:r>
              <a:rPr lang="nl-BE" altLang="nl-BE" dirty="0" err="1">
                <a:latin typeface="Century Gothic"/>
              </a:rPr>
              <a:t>Lists</a:t>
            </a:r>
            <a:endParaRPr lang="nl-BE" altLang="nl-BE" dirty="0">
              <a:latin typeface="Century Gothic"/>
            </a:endParaRPr>
          </a:p>
        </p:txBody>
      </p:sp>
      <p:sp>
        <p:nvSpPr>
          <p:cNvPr id="2" name="Tijdelijke aanduiding voor dianummer 1"/>
          <p:cNvSpPr>
            <a:spLocks noGrp="1"/>
          </p:cNvSpPr>
          <p:nvPr>
            <p:ph type="sldNum" sz="quarter" idx="12"/>
          </p:nvPr>
        </p:nvSpPr>
        <p:spPr/>
        <p:txBody>
          <a:bodyPr/>
          <a:lstStyle/>
          <a:p>
            <a:fld id="{E6B75AF5-44F1-4206-903A-E5FDACB5291F}" type="slidenum">
              <a:rPr lang="nl-BE" altLang="nl-BE" smtClean="0"/>
              <a:pPr/>
              <a:t>9</a:t>
            </a:fld>
            <a:endParaRPr lang="nl-BE" altLang="nl-BE"/>
          </a:p>
        </p:txBody>
      </p:sp>
      <p:sp>
        <p:nvSpPr>
          <p:cNvPr id="3" name="Tekstvak 2"/>
          <p:cNvSpPr txBox="1"/>
          <p:nvPr/>
        </p:nvSpPr>
        <p:spPr>
          <a:xfrm>
            <a:off x="1524001" y="1172515"/>
            <a:ext cx="9316205" cy="4893647"/>
          </a:xfrm>
          <a:prstGeom prst="rect">
            <a:avLst/>
          </a:prstGeom>
          <a:noFill/>
        </p:spPr>
        <p:txBody>
          <a:bodyPr wrap="none" rtlCol="0">
            <a:spAutoFit/>
          </a:bodyPr>
          <a:lstStyle/>
          <a:p>
            <a:pPr>
              <a:lnSpc>
                <a:spcPct val="100000"/>
              </a:lnSpc>
            </a:pPr>
            <a:r>
              <a:rPr lang="en-US" sz="2400" b="1" dirty="0">
                <a:solidFill>
                  <a:schemeClr val="tx1"/>
                </a:solidFill>
              </a:rPr>
              <a:t>Complete sentence? </a:t>
            </a:r>
          </a:p>
          <a:p>
            <a:pPr>
              <a:lnSpc>
                <a:spcPct val="100000"/>
              </a:lnSpc>
            </a:pPr>
            <a:endParaRPr lang="en-US" sz="2400" dirty="0">
              <a:solidFill>
                <a:schemeClr val="tx1"/>
              </a:solidFill>
            </a:endParaRPr>
          </a:p>
          <a:p>
            <a:pPr>
              <a:lnSpc>
                <a:spcPct val="100000"/>
              </a:lnSpc>
            </a:pPr>
            <a:r>
              <a:rPr lang="en-US" sz="2400" dirty="0">
                <a:solidFill>
                  <a:schemeClr val="tx1"/>
                </a:solidFill>
              </a:rPr>
              <a:t>The IT Manager made three comments about using the computers:</a:t>
            </a:r>
          </a:p>
          <a:p>
            <a:pPr marL="1028700" lvl="1">
              <a:buFont typeface="Arial" panose="020B0604020202020204" pitchFamily="34" charset="0"/>
              <a:buChar char="•"/>
            </a:pPr>
            <a:r>
              <a:rPr lang="en-US" sz="2400" dirty="0">
                <a:solidFill>
                  <a:schemeClr val="tx1"/>
                </a:solidFill>
              </a:rPr>
              <a:t>Turn them off when you are done with them.</a:t>
            </a:r>
          </a:p>
          <a:p>
            <a:pPr marL="1028700" lvl="1">
              <a:buFont typeface="Arial" panose="020B0604020202020204" pitchFamily="34" charset="0"/>
              <a:buChar char="•"/>
            </a:pPr>
            <a:r>
              <a:rPr lang="en-US" sz="2400" dirty="0">
                <a:solidFill>
                  <a:schemeClr val="tx1"/>
                </a:solidFill>
              </a:rPr>
              <a:t>Staff must be trained to use new IT equipment.</a:t>
            </a:r>
          </a:p>
          <a:p>
            <a:pPr marL="1028700" lvl="1">
              <a:buFont typeface="Arial" panose="020B0604020202020204" pitchFamily="34" charset="0"/>
              <a:buChar char="•"/>
            </a:pPr>
            <a:r>
              <a:rPr lang="en-US" sz="2400" dirty="0">
                <a:solidFill>
                  <a:schemeClr val="tx1"/>
                </a:solidFill>
              </a:rPr>
              <a:t>Don't think that technology will cure all our problems.</a:t>
            </a:r>
          </a:p>
          <a:p>
            <a:pPr marL="285750" indent="-285750">
              <a:buFont typeface="Arial" panose="020B0604020202020204" pitchFamily="34" charset="0"/>
              <a:buChar char="•"/>
            </a:pPr>
            <a:endParaRPr lang="en-US" sz="2400" dirty="0">
              <a:solidFill>
                <a:schemeClr val="tx1"/>
              </a:solidFill>
            </a:endParaRPr>
          </a:p>
          <a:p>
            <a:pPr>
              <a:lnSpc>
                <a:spcPct val="100000"/>
              </a:lnSpc>
            </a:pPr>
            <a:endParaRPr lang="en-US" sz="2400" dirty="0">
              <a:solidFill>
                <a:schemeClr val="tx1"/>
              </a:solidFill>
            </a:endParaRPr>
          </a:p>
          <a:p>
            <a:pPr>
              <a:lnSpc>
                <a:spcPct val="100000"/>
              </a:lnSpc>
            </a:pPr>
            <a:r>
              <a:rPr lang="en-US" sz="2400" b="1" dirty="0">
                <a:solidFill>
                  <a:schemeClr val="tx1"/>
                </a:solidFill>
              </a:rPr>
              <a:t>Words or parts of a sentence</a:t>
            </a:r>
          </a:p>
          <a:p>
            <a:pPr>
              <a:lnSpc>
                <a:spcPct val="100000"/>
              </a:lnSpc>
            </a:pPr>
            <a:r>
              <a:rPr lang="en-US" sz="2400" dirty="0">
                <a:solidFill>
                  <a:schemeClr val="tx1"/>
                </a:solidFill>
              </a:rPr>
              <a:t>Any good IT office should have the following:</a:t>
            </a:r>
          </a:p>
          <a:p>
            <a:pPr marL="285750" indent="-285750">
              <a:buFont typeface="Arial" panose="020B0604020202020204" pitchFamily="34" charset="0"/>
              <a:buChar char="•"/>
            </a:pPr>
            <a:r>
              <a:rPr lang="en-US" sz="2400" dirty="0">
                <a:solidFill>
                  <a:schemeClr val="tx1"/>
                </a:solidFill>
              </a:rPr>
              <a:t>A coffee machine</a:t>
            </a:r>
          </a:p>
          <a:p>
            <a:pPr marL="285750" indent="-285750">
              <a:buFont typeface="Arial" panose="020B0604020202020204" pitchFamily="34" charset="0"/>
              <a:buChar char="•"/>
            </a:pPr>
            <a:r>
              <a:rPr lang="en-US" sz="2400" dirty="0">
                <a:solidFill>
                  <a:schemeClr val="tx1"/>
                </a:solidFill>
              </a:rPr>
              <a:t>Wi-Fi</a:t>
            </a:r>
          </a:p>
          <a:p>
            <a:pPr marL="285750" indent="-285750">
              <a:buFont typeface="Arial" panose="020B0604020202020204" pitchFamily="34" charset="0"/>
              <a:buChar char="•"/>
            </a:pPr>
            <a:r>
              <a:rPr lang="en-US" sz="2400" dirty="0">
                <a:solidFill>
                  <a:schemeClr val="tx1"/>
                </a:solidFill>
              </a:rPr>
              <a:t>Plenty of windows</a:t>
            </a:r>
          </a:p>
        </p:txBody>
      </p:sp>
    </p:spTree>
    <p:extLst>
      <p:ext uri="{BB962C8B-B14F-4D97-AF65-F5344CB8AC3E}">
        <p14:creationId xmlns:p14="http://schemas.microsoft.com/office/powerpoint/2010/main" val="272275968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101" name="Picture 5" descr="awesome thumbs up for the mobile sectio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0137" y="2348880"/>
            <a:ext cx="3109105" cy="3240360"/>
          </a:xfrm>
          <a:prstGeom prst="rect">
            <a:avLst/>
          </a:prstGeom>
          <a:noFill/>
          <a:extLst>
            <a:ext uri="{909E8E84-426E-40DD-AFC4-6F175D3DCCD1}">
              <a14:hiddenFill xmlns:a14="http://schemas.microsoft.com/office/drawing/2010/main">
                <a:solidFill>
                  <a:srgbClr val="FFFFFF"/>
                </a:solidFill>
              </a14:hiddenFill>
            </a:ext>
          </a:extLst>
        </p:spPr>
      </p:pic>
      <p:sp>
        <p:nvSpPr>
          <p:cNvPr id="7169" name="Rectangle 1"/>
          <p:cNvSpPr>
            <a:spLocks noGrp="1" noChangeArrowheads="1"/>
          </p:cNvSpPr>
          <p:nvPr>
            <p:ph type="title"/>
          </p:nvPr>
        </p:nvSpPr>
        <p:spPr>
          <a:xfrm>
            <a:off x="1962516" y="29514"/>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Capitals</a:t>
            </a:r>
            <a:endParaRPr lang="nl-BE" altLang="nl-BE" dirty="0">
              <a:latin typeface="Century Gothic"/>
            </a:endParaRPr>
          </a:p>
        </p:txBody>
      </p:sp>
      <p:sp>
        <p:nvSpPr>
          <p:cNvPr id="2" name="Tijdelijke aanduiding voor dianummer 1"/>
          <p:cNvSpPr>
            <a:spLocks noGrp="1"/>
          </p:cNvSpPr>
          <p:nvPr>
            <p:ph type="sldNum" sz="quarter" idx="12"/>
          </p:nvPr>
        </p:nvSpPr>
        <p:spPr/>
        <p:txBody>
          <a:bodyPr/>
          <a:lstStyle/>
          <a:p>
            <a:fld id="{E6B75AF5-44F1-4206-903A-E5FDACB5291F}" type="slidenum">
              <a:rPr lang="nl-BE" altLang="nl-BE" smtClean="0"/>
              <a:pPr/>
              <a:t>10</a:t>
            </a:fld>
            <a:endParaRPr lang="nl-BE" altLang="nl-BE"/>
          </a:p>
        </p:txBody>
      </p:sp>
      <p:sp>
        <p:nvSpPr>
          <p:cNvPr id="5" name="Rechthoek 4"/>
          <p:cNvSpPr/>
          <p:nvPr/>
        </p:nvSpPr>
        <p:spPr>
          <a:xfrm>
            <a:off x="623392" y="596724"/>
            <a:ext cx="11017224" cy="4832092"/>
          </a:xfrm>
          <a:prstGeom prst="rect">
            <a:avLst/>
          </a:prstGeom>
        </p:spPr>
        <p:txBody>
          <a:bodyPr wrap="square" lIns="91440" tIns="45720" rIns="91440" bIns="45720" anchor="t">
            <a:spAutoFit/>
          </a:bodyPr>
          <a:lstStyle/>
          <a:p>
            <a:r>
              <a:rPr lang="nl-BE" sz="2800" b="1" dirty="0">
                <a:solidFill>
                  <a:schemeClr val="tx1"/>
                </a:solidFill>
              </a:rPr>
              <a:t>Names - </a:t>
            </a:r>
            <a:r>
              <a:rPr lang="nl-BE" sz="2800" dirty="0">
                <a:solidFill>
                  <a:schemeClr val="tx1"/>
                </a:solidFill>
              </a:rPr>
              <a:t>Belgium, Agile Foundation, Van Eyken</a:t>
            </a:r>
          </a:p>
          <a:p>
            <a:endParaRPr lang="nl-BE" sz="2800" dirty="0">
              <a:solidFill>
                <a:schemeClr val="tx1"/>
              </a:solidFill>
            </a:endParaRPr>
          </a:p>
          <a:p>
            <a:r>
              <a:rPr lang="nl-BE" sz="2800" b="1" dirty="0">
                <a:solidFill>
                  <a:schemeClr val="tx1"/>
                </a:solidFill>
              </a:rPr>
              <a:t>Beginning of a sentence - </a:t>
            </a:r>
            <a:r>
              <a:rPr lang="nl-BE" sz="2800" dirty="0">
                <a:solidFill>
                  <a:schemeClr val="tx1"/>
                </a:solidFill>
              </a:rPr>
              <a:t>The network is completely secure.</a:t>
            </a:r>
          </a:p>
          <a:p>
            <a:endParaRPr lang="nl-BE" sz="2800" dirty="0">
              <a:solidFill>
                <a:schemeClr val="tx1"/>
              </a:solidFill>
            </a:endParaRPr>
          </a:p>
          <a:p>
            <a:r>
              <a:rPr lang="nl-BE" sz="2800" b="1" dirty="0">
                <a:solidFill>
                  <a:schemeClr val="tx1"/>
                </a:solidFill>
              </a:rPr>
              <a:t>Titles</a:t>
            </a:r>
            <a:r>
              <a:rPr lang="nl-BE" sz="2800" dirty="0">
                <a:solidFill>
                  <a:schemeClr val="tx1"/>
                </a:solidFill>
              </a:rPr>
              <a:t> - The Agile Manifesto</a:t>
            </a:r>
          </a:p>
          <a:p>
            <a:endParaRPr lang="nl-BE" sz="2800" b="1" dirty="0">
              <a:solidFill>
                <a:schemeClr val="tx1"/>
              </a:solidFill>
            </a:endParaRPr>
          </a:p>
          <a:p>
            <a:r>
              <a:rPr lang="nl-BE" sz="2800" b="1" dirty="0">
                <a:solidFill>
                  <a:schemeClr val="tx1"/>
                </a:solidFill>
              </a:rPr>
              <a:t>Abbreviations - </a:t>
            </a:r>
            <a:r>
              <a:rPr lang="nl-BE" sz="2800" dirty="0">
                <a:solidFill>
                  <a:schemeClr val="tx1"/>
                </a:solidFill>
              </a:rPr>
              <a:t>API,  KPI</a:t>
            </a:r>
          </a:p>
          <a:p>
            <a:endParaRPr lang="nl-BE" sz="2800" dirty="0">
              <a:solidFill>
                <a:schemeClr val="tx1"/>
              </a:solidFill>
            </a:endParaRPr>
          </a:p>
          <a:p>
            <a:r>
              <a:rPr lang="nl-BE" sz="2800" b="1" dirty="0">
                <a:solidFill>
                  <a:schemeClr val="tx1"/>
                </a:solidFill>
              </a:rPr>
              <a:t>Languages – </a:t>
            </a:r>
            <a:r>
              <a:rPr lang="nl-BE" sz="2800" dirty="0">
                <a:solidFill>
                  <a:schemeClr val="tx1"/>
                </a:solidFill>
              </a:rPr>
              <a:t>English, Russian</a:t>
            </a:r>
            <a:br>
              <a:rPr lang="nl-BE" sz="2800" dirty="0">
                <a:solidFill>
                  <a:schemeClr val="tx1"/>
                </a:solidFill>
              </a:rPr>
            </a:br>
            <a:endParaRPr lang="nl-BE" sz="2800" dirty="0">
              <a:solidFill>
                <a:schemeClr val="tx1"/>
              </a:solidFill>
            </a:endParaRPr>
          </a:p>
          <a:p>
            <a:r>
              <a:rPr lang="nl-BE" sz="2800" b="1" dirty="0">
                <a:solidFill>
                  <a:schemeClr val="tx1"/>
                </a:solidFill>
                <a:latin typeface="Arial"/>
                <a:ea typeface="Microsoft YaHei"/>
                <a:cs typeface="Arial"/>
              </a:rPr>
              <a:t>Days, </a:t>
            </a:r>
            <a:r>
              <a:rPr lang="nl-BE" sz="2800" b="1" dirty="0" err="1">
                <a:solidFill>
                  <a:schemeClr val="tx1"/>
                </a:solidFill>
                <a:latin typeface="Arial"/>
                <a:ea typeface="Microsoft YaHei"/>
                <a:cs typeface="Arial"/>
              </a:rPr>
              <a:t>Months</a:t>
            </a:r>
            <a:r>
              <a:rPr lang="nl-BE" sz="2800" b="1" dirty="0">
                <a:solidFill>
                  <a:schemeClr val="tx1"/>
                </a:solidFill>
                <a:latin typeface="Arial"/>
                <a:ea typeface="Microsoft YaHei"/>
                <a:cs typeface="Arial"/>
              </a:rPr>
              <a:t>, ...</a:t>
            </a:r>
            <a:endParaRPr lang="nl-BE" sz="2800" b="1" dirty="0">
              <a:solidFill>
                <a:schemeClr val="tx1"/>
              </a:solidFill>
            </a:endParaRPr>
          </a:p>
        </p:txBody>
      </p:sp>
      <p:sp>
        <p:nvSpPr>
          <p:cNvPr id="6" name="Tekstvak 5">
            <a:extLst>
              <a:ext uri="{FF2B5EF4-FFF2-40B4-BE49-F238E27FC236}">
                <a16:creationId xmlns:a16="http://schemas.microsoft.com/office/drawing/2014/main" id="{E8527B03-9320-F20E-55AA-4A10A0C497D2}"/>
              </a:ext>
            </a:extLst>
          </p:cNvPr>
          <p:cNvSpPr txBox="1"/>
          <p:nvPr/>
        </p:nvSpPr>
        <p:spPr>
          <a:xfrm>
            <a:off x="7728845" y="5963749"/>
            <a:ext cx="561450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2">
                    <a:lumMod val="10000"/>
                  </a:schemeClr>
                </a:solidFill>
                <a:latin typeface="Arial"/>
                <a:ea typeface="Microsoft YaHei"/>
                <a:cs typeface="Arial"/>
              </a:rPr>
              <a:t>Use a capital!</a:t>
            </a:r>
            <a:endParaRPr lang="en-US" sz="900" dirty="0">
              <a:solidFill>
                <a:schemeClr val="bg2">
                  <a:lumMod val="10000"/>
                </a:schemeClr>
              </a:solidFill>
              <a:cs typeface="Arial"/>
            </a:endParaRPr>
          </a:p>
        </p:txBody>
      </p:sp>
    </p:spTree>
    <p:extLst>
      <p:ext uri="{BB962C8B-B14F-4D97-AF65-F5344CB8AC3E}">
        <p14:creationId xmlns:p14="http://schemas.microsoft.com/office/powerpoint/2010/main" val="213896975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962516" y="29514"/>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t>Capitals</a:t>
            </a:r>
            <a:endParaRPr lang="nl-BE" altLang="nl-BE" dirty="0"/>
          </a:p>
        </p:txBody>
      </p:sp>
      <p:sp>
        <p:nvSpPr>
          <p:cNvPr id="2" name="Tijdelijke aanduiding voor dianummer 1"/>
          <p:cNvSpPr>
            <a:spLocks noGrp="1"/>
          </p:cNvSpPr>
          <p:nvPr>
            <p:ph type="sldNum" sz="quarter" idx="12"/>
          </p:nvPr>
        </p:nvSpPr>
        <p:spPr/>
        <p:txBody>
          <a:bodyPr/>
          <a:lstStyle/>
          <a:p>
            <a:fld id="{E6B75AF5-44F1-4206-903A-E5FDACB5291F}" type="slidenum">
              <a:rPr lang="nl-BE" altLang="nl-BE" smtClean="0"/>
              <a:pPr/>
              <a:t>11</a:t>
            </a:fld>
            <a:endParaRPr lang="nl-BE" altLang="nl-BE"/>
          </a:p>
        </p:txBody>
      </p:sp>
      <p:sp>
        <p:nvSpPr>
          <p:cNvPr id="5" name="Rechthoek 4"/>
          <p:cNvSpPr/>
          <p:nvPr/>
        </p:nvSpPr>
        <p:spPr>
          <a:xfrm>
            <a:off x="1097652" y="1012954"/>
            <a:ext cx="9577064" cy="4832092"/>
          </a:xfrm>
          <a:prstGeom prst="rect">
            <a:avLst/>
          </a:prstGeom>
        </p:spPr>
        <p:txBody>
          <a:bodyPr wrap="square">
            <a:spAutoFit/>
          </a:bodyPr>
          <a:lstStyle/>
          <a:p>
            <a:r>
              <a:rPr lang="nl-BE" sz="2800" b="1">
                <a:solidFill>
                  <a:schemeClr val="tx1"/>
                </a:solidFill>
              </a:rPr>
              <a:t>NO CAPITALS</a:t>
            </a:r>
            <a:endParaRPr lang="nl-BE" sz="2800" b="1" dirty="0">
              <a:solidFill>
                <a:schemeClr val="tx1"/>
              </a:solidFill>
            </a:endParaRPr>
          </a:p>
          <a:p>
            <a:r>
              <a:rPr lang="nl-BE" sz="2800" b="1" dirty="0">
                <a:solidFill>
                  <a:schemeClr val="tx1"/>
                </a:solidFill>
              </a:rPr>
              <a:t>            </a:t>
            </a:r>
          </a:p>
          <a:p>
            <a:r>
              <a:rPr lang="nl-BE" sz="2800" b="1" dirty="0">
                <a:solidFill>
                  <a:schemeClr val="tx1"/>
                </a:solidFill>
              </a:rPr>
              <a:t>Verbs and adverbs - </a:t>
            </a:r>
            <a:r>
              <a:rPr lang="nl-BE" sz="2800" dirty="0">
                <a:solidFill>
                  <a:schemeClr val="tx1"/>
                </a:solidFill>
              </a:rPr>
              <a:t>e-mailing, agile</a:t>
            </a:r>
          </a:p>
          <a:p>
            <a:r>
              <a:rPr lang="nl-BE" sz="2800" dirty="0">
                <a:solidFill>
                  <a:schemeClr val="tx1"/>
                </a:solidFill>
              </a:rPr>
              <a:t> </a:t>
            </a:r>
          </a:p>
          <a:p>
            <a:r>
              <a:rPr lang="nl-BE" sz="2800" b="1" dirty="0">
                <a:solidFill>
                  <a:schemeClr val="tx1"/>
                </a:solidFill>
              </a:rPr>
              <a:t>After colon - </a:t>
            </a:r>
            <a:r>
              <a:rPr lang="nl-BE" sz="2800" dirty="0">
                <a:solidFill>
                  <a:schemeClr val="tx1"/>
                </a:solidFill>
              </a:rPr>
              <a:t>There are two reasons: it’s fast and it’s easy to write.</a:t>
            </a:r>
          </a:p>
          <a:p>
            <a:endParaRPr lang="nl-BE" sz="2800" dirty="0">
              <a:solidFill>
                <a:schemeClr val="tx1"/>
              </a:solidFill>
            </a:endParaRPr>
          </a:p>
          <a:p>
            <a:r>
              <a:rPr lang="nl-BE" sz="2800" b="1" dirty="0">
                <a:solidFill>
                  <a:schemeClr val="tx1"/>
                </a:solidFill>
              </a:rPr>
              <a:t>Classes -</a:t>
            </a:r>
            <a:r>
              <a:rPr lang="nl-BE" sz="2800" dirty="0">
                <a:solidFill>
                  <a:schemeClr val="tx1"/>
                </a:solidFill>
              </a:rPr>
              <a:t> geography, math(s), BUT French</a:t>
            </a:r>
          </a:p>
          <a:p>
            <a:endParaRPr lang="nl-BE" sz="2800" dirty="0">
              <a:solidFill>
                <a:schemeClr val="tx1"/>
              </a:solidFill>
            </a:endParaRPr>
          </a:p>
          <a:p>
            <a:r>
              <a:rPr lang="nl-BE" sz="2800" b="1" dirty="0">
                <a:solidFill>
                  <a:schemeClr val="tx1"/>
                </a:solidFill>
              </a:rPr>
              <a:t>Misc. -  </a:t>
            </a:r>
            <a:r>
              <a:rPr lang="nl-BE" sz="2800" dirty="0">
                <a:solidFill>
                  <a:schemeClr val="tx1"/>
                </a:solidFill>
              </a:rPr>
              <a:t>winter, sun, man, dog</a:t>
            </a:r>
          </a:p>
          <a:p>
            <a:r>
              <a:rPr lang="nl-BE" sz="2800" dirty="0" err="1">
                <a:solidFill>
                  <a:schemeClr val="tx1"/>
                </a:solidFill>
              </a:rPr>
              <a:t>Unless</a:t>
            </a:r>
            <a:r>
              <a:rPr lang="nl-BE" sz="2800" dirty="0">
                <a:solidFill>
                  <a:schemeClr val="tx1"/>
                </a:solidFill>
              </a:rPr>
              <a:t> ...</a:t>
            </a:r>
          </a:p>
        </p:txBody>
      </p:sp>
      <p:pic>
        <p:nvPicPr>
          <p:cNvPr id="6" name="Afbeelding 5"/>
          <p:cNvPicPr>
            <a:picLocks noChangeAspect="1"/>
          </p:cNvPicPr>
          <p:nvPr/>
        </p:nvPicPr>
        <p:blipFill>
          <a:blip r:embed="rId3"/>
          <a:stretch>
            <a:fillRect/>
          </a:stretch>
        </p:blipFill>
        <p:spPr>
          <a:xfrm>
            <a:off x="8535202" y="3428895"/>
            <a:ext cx="2698945" cy="255042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Tekstvak 3">
            <a:extLst>
              <a:ext uri="{FF2B5EF4-FFF2-40B4-BE49-F238E27FC236}">
                <a16:creationId xmlns:a16="http://schemas.microsoft.com/office/drawing/2014/main" id="{98DCA07B-4464-248A-A92F-EC13602A73B0}"/>
              </a:ext>
            </a:extLst>
          </p:cNvPr>
          <p:cNvSpPr txBox="1"/>
          <p:nvPr/>
        </p:nvSpPr>
        <p:spPr>
          <a:xfrm>
            <a:off x="8550377" y="6154249"/>
            <a:ext cx="561450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2">
                    <a:lumMod val="10000"/>
                  </a:schemeClr>
                </a:solidFill>
                <a:latin typeface="Arial"/>
                <a:ea typeface="Microsoft YaHei"/>
                <a:cs typeface="Arial"/>
              </a:rPr>
              <a:t>Do not use a capital.</a:t>
            </a:r>
            <a:endParaRPr lang="nl-NL" dirty="0">
              <a:solidFill>
                <a:schemeClr val="bg2">
                  <a:lumMod val="10000"/>
                </a:schemeClr>
              </a:solidFill>
              <a:cs typeface="Arial"/>
            </a:endParaRPr>
          </a:p>
        </p:txBody>
      </p:sp>
    </p:spTree>
    <p:extLst>
      <p:ext uri="{BB962C8B-B14F-4D97-AF65-F5344CB8AC3E}">
        <p14:creationId xmlns:p14="http://schemas.microsoft.com/office/powerpoint/2010/main" val="130953051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8B105D-B15D-514F-90D4-FD86AD8B4A55}"/>
              </a:ext>
            </a:extLst>
          </p:cNvPr>
          <p:cNvSpPr>
            <a:spLocks noGrp="1"/>
          </p:cNvSpPr>
          <p:nvPr>
            <p:ph type="sldNum" sz="quarter" idx="12"/>
          </p:nvPr>
        </p:nvSpPr>
        <p:spPr/>
        <p:txBody>
          <a:bodyPr/>
          <a:lstStyle/>
          <a:p>
            <a:fld id="{D48350C5-23B6-415D-A3D2-26F4B4F422AC}" type="slidenum">
              <a:rPr lang="nl-BE" altLang="nl-BE" smtClean="0"/>
              <a:pPr/>
              <a:t>12</a:t>
            </a:fld>
            <a:endParaRPr lang="nl-BE" altLang="nl-BE"/>
          </a:p>
        </p:txBody>
      </p:sp>
      <p:sp>
        <p:nvSpPr>
          <p:cNvPr id="6" name="Rectangle 1">
            <a:extLst>
              <a:ext uri="{FF2B5EF4-FFF2-40B4-BE49-F238E27FC236}">
                <a16:creationId xmlns:a16="http://schemas.microsoft.com/office/drawing/2014/main" id="{ED87718F-C83F-7E43-8205-1F8D27AD8324}"/>
              </a:ext>
            </a:extLst>
          </p:cNvPr>
          <p:cNvSpPr txBox="1">
            <a:spLocks noChangeArrowheads="1"/>
          </p:cNvSpPr>
          <p:nvPr/>
        </p:nvSpPr>
        <p:spPr>
          <a:xfrm>
            <a:off x="1847850" y="0"/>
            <a:ext cx="8712200" cy="1143000"/>
          </a:xfrm>
          <a:prstGeom prst="rect">
            <a:avLst/>
          </a:prstGeom>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fontAlgn="auto">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err="1">
                <a:latin typeface="Century Gothic"/>
              </a:rPr>
              <a:t>Kahoot</a:t>
            </a:r>
            <a:endParaRPr lang="nl-BE" altLang="nl-BE">
              <a:latin typeface="Century Gothic"/>
            </a:endParaRPr>
          </a:p>
        </p:txBody>
      </p:sp>
      <p:pic>
        <p:nvPicPr>
          <p:cNvPr id="2" name="Afbeelding 1" descr="﻿COMIC REWRITE CONTEST&#10;...And me and Steve weren't anywhere near the school at the time... / Don't you mean Steve and 1? I'm allergic to What's up? grarnrnatical errors / / \ £9&quot;&#10;Your coughing up blood! 1 didn't know allergys could cause such a bad affect! / icouGWtr Are their others like you?">
            <a:extLst>
              <a:ext uri="{FF2B5EF4-FFF2-40B4-BE49-F238E27FC236}">
                <a16:creationId xmlns:a16="http://schemas.microsoft.com/office/drawing/2014/main" id="{416465E5-E004-1EDA-7DFC-319586B31177}"/>
              </a:ext>
            </a:extLst>
          </p:cNvPr>
          <p:cNvPicPr>
            <a:picLocks noChangeAspect="1"/>
          </p:cNvPicPr>
          <p:nvPr/>
        </p:nvPicPr>
        <p:blipFill>
          <a:blip r:embed="rId2"/>
          <a:stretch>
            <a:fillRect/>
          </a:stretch>
        </p:blipFill>
        <p:spPr>
          <a:xfrm>
            <a:off x="2232113" y="571795"/>
            <a:ext cx="7622523" cy="5411294"/>
          </a:xfrm>
          <a:prstGeom prst="rect">
            <a:avLst/>
          </a:prstGeom>
        </p:spPr>
      </p:pic>
      <p:sp>
        <p:nvSpPr>
          <p:cNvPr id="3" name="Tekstvak 2">
            <a:extLst>
              <a:ext uri="{FF2B5EF4-FFF2-40B4-BE49-F238E27FC236}">
                <a16:creationId xmlns:a16="http://schemas.microsoft.com/office/drawing/2014/main" id="{5ADBE3FB-8229-5ED1-7251-F4C1761CDF92}"/>
              </a:ext>
            </a:extLst>
          </p:cNvPr>
          <p:cNvSpPr txBox="1"/>
          <p:nvPr/>
        </p:nvSpPr>
        <p:spPr>
          <a:xfrm>
            <a:off x="6885365" y="6028640"/>
            <a:ext cx="299327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nl-NL" sz="700" dirty="0">
                <a:solidFill>
                  <a:schemeClr val="tx1">
                    <a:lumMod val="75000"/>
                    <a:lumOff val="25000"/>
                  </a:schemeClr>
                </a:solidFill>
                <a:latin typeface="Arial"/>
                <a:ea typeface="Microsoft YaHei"/>
                <a:cs typeface="Arial"/>
              </a:rPr>
              <a:t>https://cyanideandhappiness.fandom.com/wiki/Comic_Rewrite_Contest</a:t>
            </a:r>
            <a:endParaRPr lang="nl-NL" sz="1600">
              <a:solidFill>
                <a:schemeClr val="tx1">
                  <a:lumMod val="75000"/>
                  <a:lumOff val="25000"/>
                </a:schemeClr>
              </a:solidFill>
              <a:cs typeface="Arial"/>
            </a:endParaRPr>
          </a:p>
        </p:txBody>
      </p:sp>
    </p:spTree>
    <p:extLst>
      <p:ext uri="{BB962C8B-B14F-4D97-AF65-F5344CB8AC3E}">
        <p14:creationId xmlns:p14="http://schemas.microsoft.com/office/powerpoint/2010/main" val="1856515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kstvak 4"/>
          <p:cNvSpPr txBox="1"/>
          <p:nvPr/>
        </p:nvSpPr>
        <p:spPr>
          <a:xfrm>
            <a:off x="1775520" y="1143000"/>
            <a:ext cx="3960440" cy="1754326"/>
          </a:xfrm>
          <a:prstGeom prst="rect">
            <a:avLst/>
          </a:prstGeom>
          <a:noFill/>
        </p:spPr>
        <p:txBody>
          <a:bodyPr wrap="square" rtlCol="0">
            <a:spAutoFit/>
          </a:bodyPr>
          <a:lstStyle/>
          <a:p>
            <a:pPr marL="285750" indent="-285750">
              <a:buFont typeface="Arial" panose="020B0604020202020204" pitchFamily="34" charset="0"/>
              <a:buChar char="•"/>
            </a:pPr>
            <a:r>
              <a:rPr lang="nl-BE" dirty="0">
                <a:solidFill>
                  <a:schemeClr val="tx1"/>
                </a:solidFill>
              </a:rPr>
              <a:t>User </a:t>
            </a:r>
            <a:r>
              <a:rPr lang="nl-BE" dirty="0" err="1">
                <a:solidFill>
                  <a:schemeClr val="tx1"/>
                </a:solidFill>
              </a:rPr>
              <a:t>Manuals</a:t>
            </a:r>
            <a:r>
              <a:rPr lang="nl-BE" dirty="0">
                <a:solidFill>
                  <a:schemeClr val="tx1"/>
                </a:solidFill>
              </a:rPr>
              <a:t> are found in </a:t>
            </a:r>
            <a:r>
              <a:rPr lang="nl-BE" dirty="0" err="1">
                <a:solidFill>
                  <a:schemeClr val="tx1"/>
                </a:solidFill>
              </a:rPr>
              <a:t>the</a:t>
            </a:r>
            <a:r>
              <a:rPr lang="nl-BE" dirty="0">
                <a:solidFill>
                  <a:schemeClr val="tx1"/>
                </a:solidFill>
              </a:rPr>
              <a:t> User </a:t>
            </a:r>
            <a:r>
              <a:rPr lang="nl-BE">
                <a:solidFill>
                  <a:schemeClr val="tx1"/>
                </a:solidFill>
              </a:rPr>
              <a:t>manual segment </a:t>
            </a:r>
            <a:r>
              <a:rPr lang="nl-BE" dirty="0">
                <a:solidFill>
                  <a:schemeClr val="tx1"/>
                </a:solidFill>
              </a:rPr>
              <a:t>of </a:t>
            </a:r>
            <a:r>
              <a:rPr lang="nl-BE" dirty="0" err="1">
                <a:solidFill>
                  <a:schemeClr val="tx1"/>
                </a:solidFill>
              </a:rPr>
              <a:t>the</a:t>
            </a:r>
            <a:r>
              <a:rPr lang="nl-BE" dirty="0">
                <a:solidFill>
                  <a:schemeClr val="tx1"/>
                </a:solidFill>
              </a:rPr>
              <a:t> user-manual </a:t>
            </a:r>
            <a:r>
              <a:rPr lang="nl-BE" dirty="0" err="1">
                <a:solidFill>
                  <a:schemeClr val="tx1"/>
                </a:solidFill>
              </a:rPr>
              <a:t>library</a:t>
            </a:r>
            <a:r>
              <a:rPr lang="nl-BE" dirty="0">
                <a:solidFill>
                  <a:schemeClr val="tx1"/>
                </a:solidFill>
              </a:rPr>
              <a:t>.</a:t>
            </a: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r>
              <a:rPr lang="nl-BE" dirty="0" err="1">
                <a:solidFill>
                  <a:schemeClr val="tx1"/>
                </a:solidFill>
              </a:rPr>
              <a:t>Back-end</a:t>
            </a:r>
            <a:r>
              <a:rPr lang="nl-BE" dirty="0">
                <a:solidFill>
                  <a:schemeClr val="tx1"/>
                </a:solidFill>
              </a:rPr>
              <a:t> </a:t>
            </a:r>
            <a:r>
              <a:rPr lang="nl-BE" dirty="0" err="1">
                <a:solidFill>
                  <a:schemeClr val="tx1"/>
                </a:solidFill>
              </a:rPr>
              <a:t>and</a:t>
            </a:r>
            <a:r>
              <a:rPr lang="nl-BE" dirty="0">
                <a:solidFill>
                  <a:schemeClr val="tx1"/>
                </a:solidFill>
              </a:rPr>
              <a:t> </a:t>
            </a:r>
            <a:r>
              <a:rPr lang="nl-BE" dirty="0" err="1">
                <a:solidFill>
                  <a:schemeClr val="tx1"/>
                </a:solidFill>
              </a:rPr>
              <a:t>Frontend</a:t>
            </a:r>
            <a:r>
              <a:rPr lang="nl-BE" dirty="0">
                <a:solidFill>
                  <a:schemeClr val="tx1"/>
                </a:solidFill>
              </a:rPr>
              <a:t> </a:t>
            </a:r>
            <a:r>
              <a:rPr lang="nl-BE" dirty="0" err="1">
                <a:solidFill>
                  <a:schemeClr val="tx1"/>
                </a:solidFill>
              </a:rPr>
              <a:t>developers</a:t>
            </a:r>
            <a:r>
              <a:rPr lang="nl-BE" dirty="0">
                <a:solidFill>
                  <a:schemeClr val="tx1"/>
                </a:solidFill>
              </a:rPr>
              <a:t> </a:t>
            </a:r>
            <a:r>
              <a:rPr lang="nl-BE" dirty="0" err="1">
                <a:solidFill>
                  <a:schemeClr val="tx1"/>
                </a:solidFill>
              </a:rPr>
              <a:t>join</a:t>
            </a:r>
            <a:r>
              <a:rPr lang="nl-BE" dirty="0">
                <a:solidFill>
                  <a:schemeClr val="tx1"/>
                </a:solidFill>
              </a:rPr>
              <a:t> </a:t>
            </a:r>
            <a:r>
              <a:rPr lang="nl-BE" dirty="0" err="1">
                <a:solidFill>
                  <a:schemeClr val="tx1"/>
                </a:solidFill>
              </a:rPr>
              <a:t>the</a:t>
            </a:r>
            <a:r>
              <a:rPr lang="nl-BE" dirty="0">
                <a:solidFill>
                  <a:schemeClr val="tx1"/>
                </a:solidFill>
              </a:rPr>
              <a:t> back end team</a:t>
            </a:r>
          </a:p>
        </p:txBody>
      </p:sp>
      <p:sp>
        <p:nvSpPr>
          <p:cNvPr id="6" name="Rectangle 1"/>
          <p:cNvSpPr>
            <a:spLocks noGrp="1" noChangeArrowheads="1"/>
          </p:cNvSpPr>
          <p:nvPr>
            <p:ph type="title"/>
          </p:nvPr>
        </p:nvSpPr>
        <p:spPr>
          <a:xfrm>
            <a:off x="1847850" y="0"/>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err="1">
                <a:latin typeface="Century Gothic"/>
              </a:rPr>
              <a:t>Consistency</a:t>
            </a:r>
            <a:endParaRPr lang="nl-BE" altLang="nl-BE">
              <a:latin typeface="Century Gothic"/>
              <a:hlinkClick r:id="" action="ppaction://noaction">
                <a:extLst>
                  <a:ext uri="{A12FA001-AC4F-418D-AE19-62706E023703}">
                    <ahyp:hlinkClr xmlns:ahyp="http://schemas.microsoft.com/office/drawing/2018/hyperlinkcolor" val="tx"/>
                  </a:ext>
                </a:extLst>
              </a:hlinkClick>
            </a:endParaRPr>
          </a:p>
        </p:txBody>
      </p:sp>
      <p:sp>
        <p:nvSpPr>
          <p:cNvPr id="3" name="Tijdelijke aanduiding voor dianummer 2"/>
          <p:cNvSpPr>
            <a:spLocks noGrp="1"/>
          </p:cNvSpPr>
          <p:nvPr>
            <p:ph type="sldNum" sz="quarter" idx="12"/>
          </p:nvPr>
        </p:nvSpPr>
        <p:spPr/>
        <p:txBody>
          <a:bodyPr/>
          <a:lstStyle/>
          <a:p>
            <a:fld id="{E6B75AF5-44F1-4206-903A-E5FDACB5291F}" type="slidenum">
              <a:rPr lang="nl-BE" altLang="nl-BE" smtClean="0"/>
              <a:pPr/>
              <a:t>13</a:t>
            </a:fld>
            <a:endParaRPr lang="nl-BE" altLang="nl-BE"/>
          </a:p>
        </p:txBody>
      </p:sp>
      <p:pic>
        <p:nvPicPr>
          <p:cNvPr id="3074" name="Picture 2" descr="https://i.imgflip.com/26qun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960" y="173269"/>
            <a:ext cx="3597574" cy="2529769"/>
          </a:xfrm>
          <a:prstGeom prst="rect">
            <a:avLst/>
          </a:prstGeom>
          <a:noFill/>
          <a:extLst>
            <a:ext uri="{909E8E84-426E-40DD-AFC4-6F175D3DCCD1}">
              <a14:hiddenFill xmlns:a14="http://schemas.microsoft.com/office/drawing/2010/main">
                <a:solidFill>
                  <a:srgbClr val="FFFFFF"/>
                </a:solidFill>
              </a14:hiddenFill>
            </a:ext>
          </a:extLst>
        </p:spPr>
      </p:pic>
      <p:sp>
        <p:nvSpPr>
          <p:cNvPr id="7" name="Tekstvak 6"/>
          <p:cNvSpPr txBox="1"/>
          <p:nvPr/>
        </p:nvSpPr>
        <p:spPr>
          <a:xfrm>
            <a:off x="1775520" y="2996952"/>
            <a:ext cx="8496622" cy="5355312"/>
          </a:xfrm>
          <a:prstGeom prst="rect">
            <a:avLst/>
          </a:prstGeom>
          <a:noFill/>
        </p:spPr>
        <p:txBody>
          <a:bodyPr wrap="square" rtlCol="0">
            <a:spAutoFit/>
          </a:bodyPr>
          <a:lstStyle/>
          <a:p>
            <a:pPr marL="285750" indent="-285750">
              <a:buFont typeface="Arial" panose="020B0604020202020204" pitchFamily="34" charset="0"/>
              <a:buChar char="•"/>
            </a:pPr>
            <a:r>
              <a:rPr lang="nl-BE" dirty="0">
                <a:solidFill>
                  <a:schemeClr val="tx1"/>
                </a:solidFill>
              </a:rPr>
              <a:t>I </a:t>
            </a:r>
            <a:r>
              <a:rPr lang="nl-BE" dirty="0" err="1">
                <a:solidFill>
                  <a:schemeClr val="tx1"/>
                </a:solidFill>
              </a:rPr>
              <a:t>use</a:t>
            </a:r>
            <a:r>
              <a:rPr lang="nl-BE" dirty="0">
                <a:solidFill>
                  <a:schemeClr val="tx1"/>
                </a:solidFill>
              </a:rPr>
              <a:t> </a:t>
            </a:r>
            <a:r>
              <a:rPr lang="nl-BE" dirty="0" err="1">
                <a:solidFill>
                  <a:schemeClr val="tx1"/>
                </a:solidFill>
              </a:rPr>
              <a:t>an</a:t>
            </a:r>
            <a:r>
              <a:rPr lang="nl-BE" dirty="0">
                <a:solidFill>
                  <a:schemeClr val="tx1"/>
                </a:solidFill>
              </a:rPr>
              <a:t> API in </a:t>
            </a:r>
            <a:r>
              <a:rPr lang="nl-BE" dirty="0" err="1">
                <a:solidFill>
                  <a:schemeClr val="tx1"/>
                </a:solidFill>
              </a:rPr>
              <a:t>my</a:t>
            </a:r>
            <a:r>
              <a:rPr lang="nl-BE" dirty="0">
                <a:solidFill>
                  <a:schemeClr val="tx1"/>
                </a:solidFill>
              </a:rPr>
              <a:t> </a:t>
            </a:r>
            <a:r>
              <a:rPr lang="nl-BE" dirty="0" err="1">
                <a:solidFill>
                  <a:schemeClr val="tx1"/>
                </a:solidFill>
              </a:rPr>
              <a:t>api</a:t>
            </a:r>
            <a:r>
              <a:rPr lang="nl-BE" dirty="0">
                <a:solidFill>
                  <a:schemeClr val="tx1"/>
                </a:solidFill>
              </a:rPr>
              <a:t>-management tool.</a:t>
            </a: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r>
              <a:rPr lang="nl-BE" dirty="0">
                <a:solidFill>
                  <a:schemeClr val="tx1"/>
                </a:solidFill>
              </a:rPr>
              <a:t>The </a:t>
            </a:r>
            <a:r>
              <a:rPr lang="nl-BE" dirty="0" err="1">
                <a:solidFill>
                  <a:schemeClr val="tx1"/>
                </a:solidFill>
              </a:rPr>
              <a:t>developer</a:t>
            </a:r>
            <a:r>
              <a:rPr lang="nl-BE" dirty="0">
                <a:solidFill>
                  <a:schemeClr val="tx1"/>
                </a:solidFill>
              </a:rPr>
              <a:t> </a:t>
            </a:r>
            <a:r>
              <a:rPr lang="nl-BE" dirty="0" err="1">
                <a:solidFill>
                  <a:schemeClr val="tx1"/>
                </a:solidFill>
              </a:rPr>
              <a:t>joins</a:t>
            </a:r>
            <a:r>
              <a:rPr lang="nl-BE" dirty="0">
                <a:solidFill>
                  <a:schemeClr val="tx1"/>
                </a:solidFill>
              </a:rPr>
              <a:t> </a:t>
            </a:r>
            <a:r>
              <a:rPr lang="nl-BE" dirty="0" err="1">
                <a:solidFill>
                  <a:schemeClr val="tx1"/>
                </a:solidFill>
              </a:rPr>
              <a:t>the</a:t>
            </a:r>
            <a:r>
              <a:rPr lang="nl-BE" dirty="0">
                <a:solidFill>
                  <a:schemeClr val="tx1"/>
                </a:solidFill>
              </a:rPr>
              <a:t> </a:t>
            </a:r>
            <a:r>
              <a:rPr lang="nl-BE" dirty="0" err="1">
                <a:solidFill>
                  <a:schemeClr val="tx1"/>
                </a:solidFill>
              </a:rPr>
              <a:t>devellopment</a:t>
            </a:r>
            <a:r>
              <a:rPr lang="nl-BE" dirty="0">
                <a:solidFill>
                  <a:schemeClr val="tx1"/>
                </a:solidFill>
              </a:rPr>
              <a:t> team.</a:t>
            </a: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r>
              <a:rPr lang="nl-BE" dirty="0">
                <a:solidFill>
                  <a:schemeClr val="tx1"/>
                </a:solidFill>
              </a:rPr>
              <a:t>I </a:t>
            </a:r>
            <a:r>
              <a:rPr lang="nl-BE" dirty="0" err="1">
                <a:solidFill>
                  <a:schemeClr val="tx1"/>
                </a:solidFill>
              </a:rPr>
              <a:t>think</a:t>
            </a:r>
            <a:r>
              <a:rPr lang="nl-BE" dirty="0">
                <a:solidFill>
                  <a:schemeClr val="tx1"/>
                </a:solidFill>
              </a:rPr>
              <a:t> </a:t>
            </a:r>
            <a:r>
              <a:rPr lang="nl-BE" dirty="0" err="1">
                <a:solidFill>
                  <a:schemeClr val="tx1"/>
                </a:solidFill>
              </a:rPr>
              <a:t>that</a:t>
            </a:r>
            <a:r>
              <a:rPr lang="nl-BE" dirty="0">
                <a:solidFill>
                  <a:schemeClr val="tx1"/>
                </a:solidFill>
              </a:rPr>
              <a:t> i </a:t>
            </a:r>
            <a:r>
              <a:rPr lang="nl-BE" dirty="0" err="1">
                <a:solidFill>
                  <a:schemeClr val="tx1"/>
                </a:solidFill>
              </a:rPr>
              <a:t>am</a:t>
            </a:r>
            <a:r>
              <a:rPr lang="nl-BE" dirty="0">
                <a:solidFill>
                  <a:schemeClr val="tx1"/>
                </a:solidFill>
              </a:rPr>
              <a:t> </a:t>
            </a:r>
            <a:r>
              <a:rPr lang="nl-BE" dirty="0" err="1">
                <a:solidFill>
                  <a:schemeClr val="tx1"/>
                </a:solidFill>
              </a:rPr>
              <a:t>using</a:t>
            </a:r>
            <a:r>
              <a:rPr lang="nl-BE" dirty="0">
                <a:solidFill>
                  <a:schemeClr val="tx1"/>
                </a:solidFill>
              </a:rPr>
              <a:t> </a:t>
            </a:r>
            <a:r>
              <a:rPr lang="nl-BE" dirty="0" err="1">
                <a:solidFill>
                  <a:schemeClr val="tx1"/>
                </a:solidFill>
              </a:rPr>
              <a:t>the</a:t>
            </a:r>
            <a:r>
              <a:rPr lang="nl-BE" dirty="0">
                <a:solidFill>
                  <a:schemeClr val="tx1"/>
                </a:solidFill>
              </a:rPr>
              <a:t> correct email </a:t>
            </a:r>
            <a:r>
              <a:rPr lang="nl-BE" dirty="0" err="1">
                <a:solidFill>
                  <a:schemeClr val="tx1"/>
                </a:solidFill>
              </a:rPr>
              <a:t>address</a:t>
            </a:r>
            <a:r>
              <a:rPr lang="nl-BE" dirty="0">
                <a:solidFill>
                  <a:schemeClr val="tx1"/>
                </a:solidFill>
              </a:rPr>
              <a:t> </a:t>
            </a:r>
            <a:r>
              <a:rPr lang="nl-BE" dirty="0" err="1">
                <a:solidFill>
                  <a:schemeClr val="tx1"/>
                </a:solidFill>
              </a:rPr>
              <a:t>for</a:t>
            </a:r>
            <a:r>
              <a:rPr lang="nl-BE" dirty="0">
                <a:solidFill>
                  <a:schemeClr val="tx1"/>
                </a:solidFill>
              </a:rPr>
              <a:t> </a:t>
            </a:r>
            <a:r>
              <a:rPr lang="nl-BE" dirty="0" err="1">
                <a:solidFill>
                  <a:schemeClr val="tx1"/>
                </a:solidFill>
              </a:rPr>
              <a:t>sending</a:t>
            </a:r>
            <a:r>
              <a:rPr lang="nl-BE" dirty="0">
                <a:solidFill>
                  <a:schemeClr val="tx1"/>
                </a:solidFill>
              </a:rPr>
              <a:t> </a:t>
            </a:r>
            <a:r>
              <a:rPr lang="nl-BE" dirty="0" err="1">
                <a:solidFill>
                  <a:schemeClr val="tx1"/>
                </a:solidFill>
              </a:rPr>
              <a:t>him</a:t>
            </a:r>
            <a:r>
              <a:rPr lang="nl-BE" dirty="0">
                <a:solidFill>
                  <a:schemeClr val="tx1"/>
                </a:solidFill>
              </a:rPr>
              <a:t> this e-mail </a:t>
            </a:r>
            <a:r>
              <a:rPr lang="nl-BE" dirty="0" err="1">
                <a:solidFill>
                  <a:schemeClr val="tx1"/>
                </a:solidFill>
              </a:rPr>
              <a:t>about</a:t>
            </a:r>
            <a:r>
              <a:rPr lang="nl-BE" dirty="0">
                <a:solidFill>
                  <a:schemeClr val="tx1"/>
                </a:solidFill>
              </a:rPr>
              <a:t> E-mailing </a:t>
            </a:r>
            <a:r>
              <a:rPr lang="nl-BE" dirty="0" err="1">
                <a:solidFill>
                  <a:schemeClr val="tx1"/>
                </a:solidFill>
              </a:rPr>
              <a:t>Presidents</a:t>
            </a:r>
            <a:r>
              <a:rPr lang="nl-BE" dirty="0">
                <a:solidFill>
                  <a:schemeClr val="tx1"/>
                </a:solidFill>
              </a:rPr>
              <a:t>.</a:t>
            </a: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r>
              <a:rPr lang="nl-BE" dirty="0">
                <a:solidFill>
                  <a:schemeClr val="tx1"/>
                </a:solidFill>
              </a:rPr>
              <a:t>The </a:t>
            </a:r>
            <a:r>
              <a:rPr lang="nl-BE" dirty="0" err="1">
                <a:solidFill>
                  <a:schemeClr val="tx1"/>
                </a:solidFill>
              </a:rPr>
              <a:t>authorisation</a:t>
            </a:r>
            <a:r>
              <a:rPr lang="nl-BE" dirty="0">
                <a:solidFill>
                  <a:schemeClr val="tx1"/>
                </a:solidFill>
              </a:rPr>
              <a:t> </a:t>
            </a:r>
            <a:r>
              <a:rPr lang="nl-BE" dirty="0" err="1">
                <a:solidFill>
                  <a:schemeClr val="tx1"/>
                </a:solidFill>
              </a:rPr>
              <a:t>rules</a:t>
            </a:r>
            <a:r>
              <a:rPr lang="nl-BE" dirty="0">
                <a:solidFill>
                  <a:schemeClr val="tx1"/>
                </a:solidFill>
              </a:rPr>
              <a:t> are </a:t>
            </a:r>
            <a:r>
              <a:rPr lang="nl-BE" dirty="0" err="1">
                <a:solidFill>
                  <a:schemeClr val="tx1"/>
                </a:solidFill>
              </a:rPr>
              <a:t>that</a:t>
            </a:r>
            <a:r>
              <a:rPr lang="nl-BE" dirty="0">
                <a:solidFill>
                  <a:schemeClr val="tx1"/>
                </a:solidFill>
              </a:rPr>
              <a:t> </a:t>
            </a:r>
            <a:r>
              <a:rPr lang="nl-BE" dirty="0" err="1">
                <a:solidFill>
                  <a:schemeClr val="tx1"/>
                </a:solidFill>
              </a:rPr>
              <a:t>only</a:t>
            </a:r>
            <a:r>
              <a:rPr lang="nl-BE" dirty="0">
                <a:solidFill>
                  <a:schemeClr val="tx1"/>
                </a:solidFill>
              </a:rPr>
              <a:t> </a:t>
            </a:r>
            <a:r>
              <a:rPr lang="nl-BE" dirty="0" err="1">
                <a:solidFill>
                  <a:schemeClr val="tx1"/>
                </a:solidFill>
              </a:rPr>
              <a:t>authorized</a:t>
            </a:r>
            <a:r>
              <a:rPr lang="nl-BE" dirty="0">
                <a:solidFill>
                  <a:schemeClr val="tx1"/>
                </a:solidFill>
              </a:rPr>
              <a:t> </a:t>
            </a:r>
            <a:r>
              <a:rPr lang="nl-BE" dirty="0" err="1">
                <a:solidFill>
                  <a:schemeClr val="tx1"/>
                </a:solidFill>
              </a:rPr>
              <a:t>people</a:t>
            </a:r>
            <a:r>
              <a:rPr lang="nl-BE" dirty="0">
                <a:solidFill>
                  <a:schemeClr val="tx1"/>
                </a:solidFill>
              </a:rPr>
              <a:t> are </a:t>
            </a:r>
            <a:r>
              <a:rPr lang="nl-BE" dirty="0" err="1">
                <a:solidFill>
                  <a:schemeClr val="tx1"/>
                </a:solidFill>
              </a:rPr>
              <a:t>allowed</a:t>
            </a:r>
            <a:r>
              <a:rPr lang="nl-BE" dirty="0">
                <a:solidFill>
                  <a:schemeClr val="tx1"/>
                </a:solidFill>
              </a:rPr>
              <a:t> </a:t>
            </a:r>
            <a:r>
              <a:rPr lang="nl-BE" dirty="0" err="1">
                <a:solidFill>
                  <a:schemeClr val="tx1"/>
                </a:solidFill>
              </a:rPr>
              <a:t>to</a:t>
            </a:r>
            <a:r>
              <a:rPr lang="nl-BE" dirty="0">
                <a:solidFill>
                  <a:schemeClr val="tx1"/>
                </a:solidFill>
              </a:rPr>
              <a:t> enter data.</a:t>
            </a: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r>
              <a:rPr lang="nl-BE" dirty="0">
                <a:solidFill>
                  <a:schemeClr val="tx1"/>
                </a:solidFill>
              </a:rPr>
              <a:t>There are </a:t>
            </a:r>
            <a:r>
              <a:rPr lang="nl-BE" dirty="0" err="1">
                <a:solidFill>
                  <a:schemeClr val="tx1"/>
                </a:solidFill>
              </a:rPr>
              <a:t>three</a:t>
            </a:r>
            <a:r>
              <a:rPr lang="nl-BE" dirty="0">
                <a:solidFill>
                  <a:schemeClr val="tx1"/>
                </a:solidFill>
              </a:rPr>
              <a:t> </a:t>
            </a:r>
            <a:r>
              <a:rPr lang="nl-BE" dirty="0" err="1">
                <a:solidFill>
                  <a:schemeClr val="tx1"/>
                </a:solidFill>
              </a:rPr>
              <a:t>reasons</a:t>
            </a:r>
            <a:r>
              <a:rPr lang="nl-BE" dirty="0">
                <a:solidFill>
                  <a:schemeClr val="tx1"/>
                </a:solidFill>
              </a:rPr>
              <a:t>.</a:t>
            </a:r>
          </a:p>
          <a:p>
            <a:pPr marL="1028700" lvl="1">
              <a:buFont typeface="Arial" panose="020B0604020202020204" pitchFamily="34" charset="0"/>
              <a:buChar char="•"/>
            </a:pPr>
            <a:r>
              <a:rPr lang="nl-BE" dirty="0">
                <a:solidFill>
                  <a:schemeClr val="tx1"/>
                </a:solidFill>
              </a:rPr>
              <a:t>He is happy.</a:t>
            </a:r>
          </a:p>
          <a:p>
            <a:pPr marL="1028700" lvl="1">
              <a:buFont typeface="Arial" panose="020B0604020202020204" pitchFamily="34" charset="0"/>
              <a:buChar char="•"/>
            </a:pPr>
            <a:r>
              <a:rPr lang="nl-BE" dirty="0">
                <a:solidFill>
                  <a:schemeClr val="tx1"/>
                </a:solidFill>
              </a:rPr>
              <a:t>he is </a:t>
            </a:r>
            <a:r>
              <a:rPr lang="nl-BE" dirty="0" err="1">
                <a:solidFill>
                  <a:schemeClr val="tx1"/>
                </a:solidFill>
              </a:rPr>
              <a:t>tall</a:t>
            </a:r>
            <a:endParaRPr lang="nl-BE" dirty="0">
              <a:solidFill>
                <a:schemeClr val="tx1"/>
              </a:solidFill>
            </a:endParaRPr>
          </a:p>
          <a:p>
            <a:pPr marL="1028700" lvl="1">
              <a:buFont typeface="Arial" panose="020B0604020202020204" pitchFamily="34" charset="0"/>
              <a:buChar char="•"/>
            </a:pPr>
            <a:r>
              <a:rPr lang="nl-BE" dirty="0" err="1">
                <a:solidFill>
                  <a:schemeClr val="tx1"/>
                </a:solidFill>
              </a:rPr>
              <a:t>He’s</a:t>
            </a:r>
            <a:r>
              <a:rPr lang="nl-BE" dirty="0">
                <a:solidFill>
                  <a:schemeClr val="tx1"/>
                </a:solidFill>
              </a:rPr>
              <a:t> crazy.</a:t>
            </a: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endParaRPr lang="nl-BE" dirty="0">
              <a:solidFill>
                <a:schemeClr val="tx1"/>
              </a:solidFill>
            </a:endParaRPr>
          </a:p>
          <a:p>
            <a:pPr marL="285750" indent="-285750">
              <a:buFont typeface="Arial" panose="020B0604020202020204" pitchFamily="34" charset="0"/>
              <a:buChar char="•"/>
            </a:pPr>
            <a:r>
              <a:rPr lang="nl-BE" dirty="0">
                <a:solidFill>
                  <a:schemeClr val="tx1"/>
                </a:solidFill>
              </a:rPr>
              <a:t> </a:t>
            </a:r>
          </a:p>
        </p:txBody>
      </p:sp>
    </p:spTree>
    <p:extLst>
      <p:ext uri="{BB962C8B-B14F-4D97-AF65-F5344CB8AC3E}">
        <p14:creationId xmlns:p14="http://schemas.microsoft.com/office/powerpoint/2010/main" val="362924103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1"/>
          <p:cNvSpPr>
            <a:spLocks noGrp="1" noChangeArrowheads="1"/>
          </p:cNvSpPr>
          <p:nvPr>
            <p:ph type="title"/>
          </p:nvPr>
        </p:nvSpPr>
        <p:spPr>
          <a:xfrm>
            <a:off x="1847850" y="0"/>
            <a:ext cx="8712200" cy="1143000"/>
          </a:xfrm>
          <a:ln/>
        </p:spPr>
        <p:txBody>
          <a:bodyPr/>
          <a:lstStyle/>
          <a:p>
            <a:pPr>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Lay-out</a:t>
            </a:r>
            <a:br>
              <a:rPr lang="nl-BE" altLang="nl-BE" dirty="0">
                <a:latin typeface="Century Gothic"/>
              </a:rPr>
            </a:br>
            <a:endParaRPr lang="nl-BE" altLang="nl-BE">
              <a:latin typeface="Century Gothic"/>
              <a:hlinkClick r:id="" action="ppaction://noaction">
                <a:extLst>
                  <a:ext uri="{A12FA001-AC4F-418D-AE19-62706E023703}">
                    <ahyp:hlinkClr xmlns:ahyp="http://schemas.microsoft.com/office/drawing/2018/hyperlinkcolor" val="tx"/>
                  </a:ext>
                </a:extLst>
              </a:hlinkClick>
            </a:endParaRPr>
          </a:p>
        </p:txBody>
      </p:sp>
      <p:sp>
        <p:nvSpPr>
          <p:cNvPr id="3" name="Tijdelijke aanduiding voor dianummer 2"/>
          <p:cNvSpPr>
            <a:spLocks noGrp="1"/>
          </p:cNvSpPr>
          <p:nvPr>
            <p:ph type="sldNum" sz="quarter" idx="12"/>
          </p:nvPr>
        </p:nvSpPr>
        <p:spPr/>
        <p:txBody>
          <a:bodyPr/>
          <a:lstStyle/>
          <a:p>
            <a:fld id="{E6B75AF5-44F1-4206-903A-E5FDACB5291F}" type="slidenum">
              <a:rPr lang="nl-BE" altLang="nl-BE" smtClean="0"/>
              <a:pPr/>
              <a:t>14</a:t>
            </a:fld>
            <a:endParaRPr lang="nl-BE" altLang="nl-BE"/>
          </a:p>
        </p:txBody>
      </p:sp>
      <p:sp>
        <p:nvSpPr>
          <p:cNvPr id="4" name="Tekstvak 3">
            <a:extLst>
              <a:ext uri="{FF2B5EF4-FFF2-40B4-BE49-F238E27FC236}">
                <a16:creationId xmlns:a16="http://schemas.microsoft.com/office/drawing/2014/main" id="{F566ECB1-0482-EB41-8E59-F4085846BB2D}"/>
              </a:ext>
            </a:extLst>
          </p:cNvPr>
          <p:cNvSpPr txBox="1"/>
          <p:nvPr/>
        </p:nvSpPr>
        <p:spPr>
          <a:xfrm>
            <a:off x="1847850" y="764704"/>
            <a:ext cx="9721080" cy="5078313"/>
          </a:xfrm>
          <a:prstGeom prst="rect">
            <a:avLst/>
          </a:prstGeom>
          <a:noFill/>
        </p:spPr>
        <p:txBody>
          <a:bodyPr wrap="square" rtlCol="0">
            <a:spAutoFit/>
          </a:bodyPr>
          <a:lstStyle/>
          <a:p>
            <a:pPr marL="814388" lvl="1" indent="-257175">
              <a:buFont typeface="Arial" panose="020B0604020202020204" pitchFamily="34" charset="0"/>
              <a:buChar char="•"/>
            </a:pPr>
            <a:endParaRPr lang="nl-BE" sz="3600" dirty="0">
              <a:solidFill>
                <a:schemeClr val="tx1"/>
              </a:solidFill>
            </a:endParaRPr>
          </a:p>
          <a:p>
            <a:pPr marL="257175" indent="-257175">
              <a:buFont typeface="Arial" panose="020B0604020202020204" pitchFamily="34" charset="0"/>
              <a:buChar char="•"/>
            </a:pPr>
            <a:r>
              <a:rPr lang="nl-BE" sz="3600" dirty="0">
                <a:solidFill>
                  <a:schemeClr val="tx1"/>
                </a:solidFill>
              </a:rPr>
              <a:t>Use a template.</a:t>
            </a:r>
          </a:p>
          <a:p>
            <a:pPr marL="257175" indent="-257175">
              <a:buFont typeface="Arial" panose="020B0604020202020204" pitchFamily="34" charset="0"/>
              <a:buChar char="•"/>
            </a:pPr>
            <a:endParaRPr lang="nl-BE" sz="3600" b="1" dirty="0">
              <a:solidFill>
                <a:schemeClr val="tx1"/>
              </a:solidFill>
            </a:endParaRPr>
          </a:p>
          <a:p>
            <a:pPr marL="257175" indent="-257175">
              <a:buFont typeface="Arial" panose="020B0604020202020204" pitchFamily="34" charset="0"/>
              <a:buChar char="•"/>
            </a:pPr>
            <a:r>
              <a:rPr lang="nl-BE" sz="3600" dirty="0">
                <a:solidFill>
                  <a:srgbClr val="00B050"/>
                </a:solidFill>
              </a:rPr>
              <a:t>Not</a:t>
            </a:r>
            <a:r>
              <a:rPr lang="nl-BE" sz="3600" dirty="0">
                <a:solidFill>
                  <a:schemeClr val="tx1"/>
                </a:solidFill>
              </a:rPr>
              <a:t> </a:t>
            </a:r>
            <a:r>
              <a:rPr lang="nl-BE" sz="3600" dirty="0">
                <a:solidFill>
                  <a:schemeClr val="accent3">
                    <a:lumMod val="40000"/>
                    <a:lumOff val="60000"/>
                  </a:schemeClr>
                </a:solidFill>
              </a:rPr>
              <a:t>too</a:t>
            </a:r>
            <a:r>
              <a:rPr lang="nl-BE" sz="3600" dirty="0">
                <a:solidFill>
                  <a:schemeClr val="tx1"/>
                </a:solidFill>
              </a:rPr>
              <a:t> </a:t>
            </a:r>
            <a:r>
              <a:rPr lang="nl-BE" sz="3600" dirty="0">
                <a:solidFill>
                  <a:schemeClr val="accent2"/>
                </a:solidFill>
              </a:rPr>
              <a:t>many</a:t>
            </a:r>
            <a:r>
              <a:rPr lang="nl-BE" sz="3600" dirty="0">
                <a:solidFill>
                  <a:schemeClr val="tx1"/>
                </a:solidFill>
              </a:rPr>
              <a:t> </a:t>
            </a:r>
            <a:r>
              <a:rPr lang="nl-BE" sz="3600" dirty="0">
                <a:solidFill>
                  <a:srgbClr val="C00000"/>
                </a:solidFill>
              </a:rPr>
              <a:t>colours</a:t>
            </a:r>
            <a:r>
              <a:rPr lang="nl-BE" sz="3600" dirty="0">
                <a:solidFill>
                  <a:schemeClr val="tx1"/>
                </a:solidFill>
              </a:rPr>
              <a:t>.</a:t>
            </a:r>
          </a:p>
          <a:p>
            <a:pPr marL="257175" indent="-257175">
              <a:buFont typeface="Arial" panose="020B0604020202020204" pitchFamily="34" charset="0"/>
              <a:buChar char="•"/>
            </a:pPr>
            <a:endParaRPr lang="nl-BE" sz="3600" dirty="0">
              <a:solidFill>
                <a:schemeClr val="tx1"/>
              </a:solidFill>
            </a:endParaRPr>
          </a:p>
          <a:p>
            <a:pPr marL="257175" indent="-257175">
              <a:buFont typeface="Arial" panose="020B0604020202020204" pitchFamily="34" charset="0"/>
              <a:buChar char="•"/>
            </a:pPr>
            <a:r>
              <a:rPr lang="nl-BE" sz="3600" dirty="0">
                <a:solidFill>
                  <a:schemeClr val="tx1"/>
                </a:solidFill>
              </a:rPr>
              <a:t>Lay-out      of        sentences</a:t>
            </a:r>
          </a:p>
          <a:p>
            <a:pPr marL="257175" indent="-257175">
              <a:buFont typeface="Arial" panose="020B0604020202020204" pitchFamily="34" charset="0"/>
              <a:buChar char="•"/>
            </a:pPr>
            <a:endParaRPr lang="nl-BE" sz="3600" dirty="0">
              <a:solidFill>
                <a:schemeClr val="tx1"/>
              </a:solidFill>
            </a:endParaRPr>
          </a:p>
          <a:p>
            <a:pPr marL="257175" indent="-257175">
              <a:buFont typeface="Arial" panose="020B0604020202020204" pitchFamily="34" charset="0"/>
              <a:buChar char="•"/>
            </a:pPr>
            <a:r>
              <a:rPr lang="nl-BE" sz="3600" dirty="0">
                <a:solidFill>
                  <a:schemeClr val="tx1"/>
                </a:solidFill>
              </a:rPr>
              <a:t>Reread, edit, reread again, let someone else read it.</a:t>
            </a:r>
          </a:p>
        </p:txBody>
      </p:sp>
    </p:spTree>
    <p:extLst>
      <p:ext uri="{BB962C8B-B14F-4D97-AF65-F5344CB8AC3E}">
        <p14:creationId xmlns:p14="http://schemas.microsoft.com/office/powerpoint/2010/main" val="401688965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jdelijke aanduiding voor dianummer 5"/>
          <p:cNvSpPr>
            <a:spLocks noGrp="1"/>
          </p:cNvSpPr>
          <p:nvPr>
            <p:ph type="sldNum" sz="quarter" idx="12"/>
          </p:nvPr>
        </p:nvSpPr>
        <p:spPr>
          <a:prstGeom prst="rect">
            <a:avLst/>
          </a:prstGeom>
        </p:spPr>
        <p:txBody>
          <a:bodyPr vert="horz" lIns="91440" tIns="45720" rIns="91440" bIns="45720" rtlCol="0" anchor="ctr"/>
          <a:lstStyle>
            <a:defPPr>
              <a:defRPr lang="en-GB"/>
            </a:defPPr>
            <a:lvl1pPr algn="r" defTabSz="449263" rtl="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15</a:t>
            </a:fld>
            <a:endParaRPr lang="nl-BE" altLang="nl-BE"/>
          </a:p>
        </p:txBody>
      </p:sp>
      <p:sp>
        <p:nvSpPr>
          <p:cNvPr id="4" name="Tekstvak 3"/>
          <p:cNvSpPr txBox="1"/>
          <p:nvPr/>
        </p:nvSpPr>
        <p:spPr>
          <a:xfrm>
            <a:off x="2495600" y="2109036"/>
            <a:ext cx="6453336" cy="4247317"/>
          </a:xfrm>
          <a:prstGeom prst="rect">
            <a:avLst/>
          </a:prstGeom>
          <a:noFill/>
        </p:spPr>
        <p:txBody>
          <a:bodyPr wrap="square" rtlCol="0">
            <a:spAutoFit/>
          </a:bodyPr>
          <a:lstStyle/>
          <a:p>
            <a:pPr marL="257175" indent="-257175">
              <a:buFont typeface="Arial" panose="020B0604020202020204" pitchFamily="34" charset="0"/>
              <a:buChar char="•"/>
            </a:pPr>
            <a:r>
              <a:rPr lang="nl-BE" sz="3000" dirty="0">
                <a:solidFill>
                  <a:schemeClr val="tx1"/>
                </a:solidFill>
              </a:rPr>
              <a:t>Captions</a:t>
            </a:r>
          </a:p>
          <a:p>
            <a:pPr marL="814388" lvl="1" indent="-257175">
              <a:buFont typeface="Arial" panose="020B0604020202020204" pitchFamily="34" charset="0"/>
              <a:buChar char="•"/>
            </a:pPr>
            <a:r>
              <a:rPr lang="nl-BE" sz="3000" dirty="0">
                <a:solidFill>
                  <a:schemeClr val="tx1"/>
                </a:solidFill>
              </a:rPr>
              <a:t>Meaningful</a:t>
            </a:r>
          </a:p>
          <a:p>
            <a:pPr marL="814388" lvl="1" indent="-257175">
              <a:buFont typeface="Arial" panose="020B0604020202020204" pitchFamily="34" charset="0"/>
              <a:buChar char="•"/>
            </a:pPr>
            <a:r>
              <a:rPr lang="nl-BE" sz="3000" dirty="0">
                <a:solidFill>
                  <a:schemeClr val="tx1"/>
                </a:solidFill>
              </a:rPr>
              <a:t>Consistent placement</a:t>
            </a:r>
          </a:p>
          <a:p>
            <a:pPr marL="257175" indent="-257175">
              <a:buFont typeface="Arial" panose="020B0604020202020204" pitchFamily="34" charset="0"/>
              <a:buChar char="•"/>
            </a:pPr>
            <a:endParaRPr lang="nl-BE" sz="3000" dirty="0">
              <a:solidFill>
                <a:schemeClr val="tx1"/>
              </a:solidFill>
            </a:endParaRPr>
          </a:p>
          <a:p>
            <a:pPr marL="257175" indent="-257175">
              <a:buFont typeface="Arial" panose="020B0604020202020204" pitchFamily="34" charset="0"/>
              <a:buChar char="•"/>
            </a:pPr>
            <a:r>
              <a:rPr lang="nl-BE" sz="3000" dirty="0">
                <a:solidFill>
                  <a:schemeClr val="tx1"/>
                </a:solidFill>
              </a:rPr>
              <a:t>Page numbers</a:t>
            </a:r>
          </a:p>
          <a:p>
            <a:pPr marL="814388" lvl="1" indent="-257175">
              <a:buFont typeface="Arial" panose="020B0604020202020204" pitchFamily="34" charset="0"/>
              <a:buChar char="•"/>
            </a:pPr>
            <a:r>
              <a:rPr lang="nl-BE" sz="3000" dirty="0">
                <a:solidFill>
                  <a:schemeClr val="tx1"/>
                </a:solidFill>
              </a:rPr>
              <a:t>Use them</a:t>
            </a:r>
          </a:p>
          <a:p>
            <a:pPr marL="814388" lvl="1" indent="-257175">
              <a:buFont typeface="Arial" panose="020B0604020202020204" pitchFamily="34" charset="0"/>
              <a:buChar char="•"/>
            </a:pPr>
            <a:r>
              <a:rPr lang="nl-BE" sz="3000" dirty="0">
                <a:solidFill>
                  <a:schemeClr val="tx1"/>
                </a:solidFill>
              </a:rPr>
              <a:t>Not on cover page</a:t>
            </a:r>
          </a:p>
          <a:p>
            <a:pPr marL="814388" lvl="1" indent="-257175">
              <a:buFont typeface="Arial" panose="020B0604020202020204" pitchFamily="34" charset="0"/>
              <a:buChar char="•"/>
            </a:pPr>
            <a:r>
              <a:rPr lang="nl-BE" sz="3000" dirty="0">
                <a:solidFill>
                  <a:schemeClr val="tx1"/>
                </a:solidFill>
              </a:rPr>
              <a:t>Check them again</a:t>
            </a:r>
          </a:p>
          <a:p>
            <a:pPr marL="814388" lvl="1" indent="-257175">
              <a:buFont typeface="Arial" panose="020B0604020202020204" pitchFamily="34" charset="0"/>
              <a:buChar char="•"/>
            </a:pPr>
            <a:endParaRPr lang="nl-BE" sz="3000" dirty="0">
              <a:solidFill>
                <a:schemeClr val="tx1"/>
              </a:solidFill>
            </a:endParaRPr>
          </a:p>
        </p:txBody>
      </p:sp>
      <p:sp>
        <p:nvSpPr>
          <p:cNvPr id="3" name="Ovaal 2"/>
          <p:cNvSpPr/>
          <p:nvPr/>
        </p:nvSpPr>
        <p:spPr bwMode="auto">
          <a:xfrm>
            <a:off x="6581459" y="1066428"/>
            <a:ext cx="1242138" cy="648072"/>
          </a:xfrm>
          <a:prstGeom prst="ellips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bodyPr>
          <a:lstStyle/>
          <a:p>
            <a:r>
              <a:rPr lang="nl-BE" dirty="0"/>
              <a:t>Log in</a:t>
            </a:r>
            <a:endParaRPr lang="en-GB" dirty="0"/>
          </a:p>
        </p:txBody>
      </p:sp>
      <p:sp>
        <p:nvSpPr>
          <p:cNvPr id="5" name="Tekstvak 4"/>
          <p:cNvSpPr txBox="1"/>
          <p:nvPr/>
        </p:nvSpPr>
        <p:spPr>
          <a:xfrm>
            <a:off x="6631356" y="1830162"/>
            <a:ext cx="3636841" cy="369332"/>
          </a:xfrm>
          <a:prstGeom prst="rect">
            <a:avLst/>
          </a:prstGeom>
          <a:noFill/>
        </p:spPr>
        <p:txBody>
          <a:bodyPr wrap="square" rtlCol="0">
            <a:spAutoFit/>
          </a:bodyPr>
          <a:lstStyle/>
          <a:p>
            <a:r>
              <a:rPr lang="nl-BE" i="1" dirty="0">
                <a:solidFill>
                  <a:schemeClr val="tx1"/>
                </a:solidFill>
              </a:rPr>
              <a:t>Image 1. Example of a use case</a:t>
            </a:r>
            <a:endParaRPr lang="en-GB" i="1" dirty="0">
              <a:solidFill>
                <a:schemeClr val="tx1"/>
              </a:solidFill>
            </a:endParaRPr>
          </a:p>
        </p:txBody>
      </p:sp>
      <p:sp>
        <p:nvSpPr>
          <p:cNvPr id="7" name="Rectangle 1">
            <a:extLst>
              <a:ext uri="{FF2B5EF4-FFF2-40B4-BE49-F238E27FC236}">
                <a16:creationId xmlns:a16="http://schemas.microsoft.com/office/drawing/2014/main" id="{DDC8C079-02DD-3C4B-B842-837AD818DE34}"/>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fontAlgn="auto">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Lay-out</a:t>
            </a:r>
            <a:br>
              <a:rPr lang="nl-BE" altLang="nl-BE" dirty="0">
                <a:latin typeface="Century Gothic"/>
              </a:rPr>
            </a:br>
            <a:endParaRPr lang="nl-BE" altLang="nl-BE">
              <a:latin typeface="Century Gothic"/>
              <a:hlinkClick r:id="" action="ppaction://noaction">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4657964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p:cNvSpPr>
            <a:spLocks noGrp="1"/>
          </p:cNvSpPr>
          <p:nvPr>
            <p:ph type="sldNum" sz="quarter" idx="12"/>
          </p:nvPr>
        </p:nvSpPr>
        <p:spPr>
          <a:prstGeom prst="rect">
            <a:avLst/>
          </a:prstGeom>
        </p:spPr>
        <p:txBody>
          <a:bodyPr vert="horz" lIns="91440" tIns="45720" rIns="91440" bIns="45720" rtlCol="0" anchor="ctr"/>
          <a:lstStyle>
            <a:defPPr>
              <a:defRPr lang="en-GB"/>
            </a:defPPr>
            <a:lvl1pPr algn="r" defTabSz="449263" rtl="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16</a:t>
            </a:fld>
            <a:endParaRPr lang="nl-BE" altLang="nl-BE"/>
          </a:p>
        </p:txBody>
      </p:sp>
      <p:sp>
        <p:nvSpPr>
          <p:cNvPr id="4" name="Tekstvak 3"/>
          <p:cNvSpPr txBox="1"/>
          <p:nvPr/>
        </p:nvSpPr>
        <p:spPr>
          <a:xfrm>
            <a:off x="2122562" y="535776"/>
            <a:ext cx="8424936" cy="6001643"/>
          </a:xfrm>
          <a:prstGeom prst="rect">
            <a:avLst/>
          </a:prstGeom>
          <a:noFill/>
        </p:spPr>
        <p:txBody>
          <a:bodyPr wrap="square" rtlCol="0">
            <a:spAutoFit/>
          </a:bodyPr>
          <a:lstStyle/>
          <a:p>
            <a:pPr marL="814388" lvl="1" indent="-257175">
              <a:buFont typeface="Arial" panose="020B0604020202020204" pitchFamily="34" charset="0"/>
              <a:buChar char="•"/>
            </a:pPr>
            <a:endParaRPr lang="nl-BE" sz="3200" dirty="0">
              <a:solidFill>
                <a:schemeClr val="tx1"/>
              </a:solidFill>
            </a:endParaRPr>
          </a:p>
          <a:p>
            <a:pPr marL="257175" indent="-257175">
              <a:buFont typeface="Arial" panose="020B0604020202020204" pitchFamily="34" charset="0"/>
              <a:buChar char="•"/>
            </a:pPr>
            <a:r>
              <a:rPr lang="nl-BE" sz="3200" dirty="0">
                <a:solidFill>
                  <a:schemeClr val="tx1"/>
                </a:solidFill>
              </a:rPr>
              <a:t>Titles</a:t>
            </a:r>
          </a:p>
          <a:p>
            <a:pPr marL="814388" lvl="1" indent="-257175">
              <a:buFont typeface="Arial" panose="020B0604020202020204" pitchFamily="34" charset="0"/>
              <a:buChar char="•"/>
            </a:pPr>
            <a:r>
              <a:rPr lang="nl-BE" sz="3200" dirty="0">
                <a:solidFill>
                  <a:schemeClr val="tx1"/>
                </a:solidFill>
              </a:rPr>
              <a:t>USE THEM</a:t>
            </a:r>
          </a:p>
          <a:p>
            <a:pPr marL="814388" lvl="1" indent="-257175">
              <a:buFont typeface="Arial" panose="020B0604020202020204" pitchFamily="34" charset="0"/>
              <a:buChar char="•"/>
            </a:pPr>
            <a:r>
              <a:rPr lang="nl-BE" sz="3200" dirty="0">
                <a:solidFill>
                  <a:schemeClr val="tx1"/>
                </a:solidFill>
              </a:rPr>
              <a:t>Same title on cover and table of contents page</a:t>
            </a:r>
          </a:p>
          <a:p>
            <a:pPr marL="814388" lvl="1" indent="-257175">
              <a:buFont typeface="Arial" panose="020B0604020202020204" pitchFamily="34" charset="0"/>
              <a:buChar char="•"/>
            </a:pPr>
            <a:r>
              <a:rPr lang="nl-BE" sz="3200" dirty="0">
                <a:solidFill>
                  <a:schemeClr val="tx1"/>
                </a:solidFill>
              </a:rPr>
              <a:t>Title not IN table of contents</a:t>
            </a:r>
          </a:p>
          <a:p>
            <a:pPr marL="257175" indent="-257175">
              <a:buFont typeface="Arial" panose="020B0604020202020204" pitchFamily="34" charset="0"/>
              <a:buChar char="•"/>
            </a:pPr>
            <a:endParaRPr lang="nl-BE" sz="3200" b="1" dirty="0">
              <a:solidFill>
                <a:schemeClr val="tx1"/>
              </a:solidFill>
            </a:endParaRPr>
          </a:p>
          <a:p>
            <a:pPr marL="257175" indent="-257175">
              <a:buFont typeface="Arial" panose="020B0604020202020204" pitchFamily="34" charset="0"/>
              <a:buChar char="•"/>
            </a:pPr>
            <a:r>
              <a:rPr lang="nl-BE" sz="3200" dirty="0">
                <a:solidFill>
                  <a:schemeClr val="tx1"/>
                </a:solidFill>
              </a:rPr>
              <a:t>Version control</a:t>
            </a:r>
          </a:p>
          <a:p>
            <a:pPr marL="814388" lvl="1" indent="-257175">
              <a:buFont typeface="Arial" panose="020B0604020202020204" pitchFamily="34" charset="0"/>
              <a:buChar char="•"/>
            </a:pPr>
            <a:r>
              <a:rPr lang="nl-BE" sz="3200" dirty="0">
                <a:solidFill>
                  <a:schemeClr val="tx1"/>
                </a:solidFill>
              </a:rPr>
              <a:t>Consistent numbering</a:t>
            </a:r>
          </a:p>
          <a:p>
            <a:pPr marL="814388" lvl="1" indent="-257175">
              <a:buFont typeface="Arial" panose="020B0604020202020204" pitchFamily="34" charset="0"/>
              <a:buChar char="•"/>
            </a:pPr>
            <a:r>
              <a:rPr lang="nl-BE" sz="3200" dirty="0">
                <a:solidFill>
                  <a:schemeClr val="tx1"/>
                </a:solidFill>
              </a:rPr>
              <a:t>Versions</a:t>
            </a:r>
          </a:p>
          <a:p>
            <a:pPr marL="814388" lvl="1" indent="-257175">
              <a:buFont typeface="Arial" panose="020B0604020202020204" pitchFamily="34" charset="0"/>
              <a:buChar char="•"/>
            </a:pPr>
            <a:r>
              <a:rPr lang="nl-BE" sz="3200" dirty="0">
                <a:solidFill>
                  <a:schemeClr val="tx1"/>
                </a:solidFill>
              </a:rPr>
              <a:t>Final version is 1.0</a:t>
            </a:r>
          </a:p>
          <a:p>
            <a:pPr marL="814388" lvl="1" indent="-257175">
              <a:buFont typeface="Arial" panose="020B0604020202020204" pitchFamily="34" charset="0"/>
              <a:buChar char="•"/>
            </a:pPr>
            <a:r>
              <a:rPr lang="nl-BE" sz="3200" dirty="0">
                <a:solidFill>
                  <a:schemeClr val="tx1"/>
                </a:solidFill>
              </a:rPr>
              <a:t>Distribution to people</a:t>
            </a:r>
          </a:p>
        </p:txBody>
      </p:sp>
      <p:sp>
        <p:nvSpPr>
          <p:cNvPr id="5" name="Rectangle 1">
            <a:extLst>
              <a:ext uri="{FF2B5EF4-FFF2-40B4-BE49-F238E27FC236}">
                <a16:creationId xmlns:a16="http://schemas.microsoft.com/office/drawing/2014/main" id="{B4C826E9-0C9B-5744-97BB-DD6C6E179A76}"/>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fontAlgn="auto">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Lay-out</a:t>
            </a:r>
            <a:br>
              <a:rPr lang="nl-BE" altLang="nl-BE" dirty="0"/>
            </a:br>
            <a:endParaRPr lang="nl-BE" altLang="nl-BE" sz="2400">
              <a:solidFill>
                <a:schemeClr val="tx1"/>
              </a:solidFill>
              <a:hlinkClick r:id="" action="ppaction://noaction"/>
            </a:endParaRPr>
          </a:p>
        </p:txBody>
      </p:sp>
    </p:spTree>
    <p:extLst>
      <p:ext uri="{BB962C8B-B14F-4D97-AF65-F5344CB8AC3E}">
        <p14:creationId xmlns:p14="http://schemas.microsoft.com/office/powerpoint/2010/main" val="85726133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p:cNvPicPr>
            <a:picLocks noChangeAspect="1"/>
          </p:cNvPicPr>
          <p:nvPr/>
        </p:nvPicPr>
        <p:blipFill>
          <a:blip r:embed="rId3"/>
          <a:stretch>
            <a:fillRect/>
          </a:stretch>
        </p:blipFill>
        <p:spPr>
          <a:xfrm>
            <a:off x="2930120" y="1380550"/>
            <a:ext cx="2646294" cy="3963858"/>
          </a:xfrm>
          <a:prstGeom prst="rect">
            <a:avLst/>
          </a:prstGeom>
        </p:spPr>
      </p:pic>
      <p:pic>
        <p:nvPicPr>
          <p:cNvPr id="6" name="Afbeelding 5"/>
          <p:cNvPicPr>
            <a:picLocks noChangeAspect="1"/>
          </p:cNvPicPr>
          <p:nvPr/>
        </p:nvPicPr>
        <p:blipFill>
          <a:blip r:embed="rId3"/>
          <a:stretch>
            <a:fillRect/>
          </a:stretch>
        </p:blipFill>
        <p:spPr>
          <a:xfrm>
            <a:off x="6888088" y="2924944"/>
            <a:ext cx="1538576" cy="2304619"/>
          </a:xfrm>
          <a:prstGeom prst="rect">
            <a:avLst/>
          </a:prstGeom>
        </p:spPr>
      </p:pic>
      <p:sp>
        <p:nvSpPr>
          <p:cNvPr id="5" name="Tekstvak 4"/>
          <p:cNvSpPr txBox="1"/>
          <p:nvPr/>
        </p:nvSpPr>
        <p:spPr>
          <a:xfrm>
            <a:off x="3827748" y="5362037"/>
            <a:ext cx="1134126" cy="369332"/>
          </a:xfrm>
          <a:prstGeom prst="rect">
            <a:avLst/>
          </a:prstGeom>
          <a:noFill/>
        </p:spPr>
        <p:txBody>
          <a:bodyPr wrap="square" rtlCol="0">
            <a:spAutoFit/>
          </a:bodyPr>
          <a:lstStyle/>
          <a:p>
            <a:r>
              <a:rPr lang="nl-BE" dirty="0">
                <a:solidFill>
                  <a:schemeClr val="tx1"/>
                </a:solidFill>
              </a:rPr>
              <a:t>Tekening</a:t>
            </a:r>
            <a:endParaRPr lang="en-GB" dirty="0">
              <a:solidFill>
                <a:schemeClr val="tx1"/>
              </a:solidFill>
            </a:endParaRPr>
          </a:p>
        </p:txBody>
      </p:sp>
      <p:sp>
        <p:nvSpPr>
          <p:cNvPr id="8" name="Tekstvak 7"/>
          <p:cNvSpPr txBox="1"/>
          <p:nvPr/>
        </p:nvSpPr>
        <p:spPr>
          <a:xfrm>
            <a:off x="6743477" y="2045717"/>
            <a:ext cx="2160240" cy="646331"/>
          </a:xfrm>
          <a:prstGeom prst="rect">
            <a:avLst/>
          </a:prstGeom>
          <a:noFill/>
        </p:spPr>
        <p:txBody>
          <a:bodyPr wrap="square" rtlCol="0">
            <a:spAutoFit/>
          </a:bodyPr>
          <a:lstStyle/>
          <a:p>
            <a:r>
              <a:rPr lang="nl-BE" dirty="0">
                <a:solidFill>
                  <a:schemeClr val="tx1"/>
                </a:solidFill>
              </a:rPr>
              <a:t>Beeld: Kleine tekening</a:t>
            </a:r>
            <a:endParaRPr lang="en-GB" dirty="0">
              <a:solidFill>
                <a:schemeClr val="tx1"/>
              </a:solidFill>
            </a:endParaRPr>
          </a:p>
        </p:txBody>
      </p:sp>
      <p:sp>
        <p:nvSpPr>
          <p:cNvPr id="4" name="Tijdelijke aanduiding voor dianummer 3"/>
          <p:cNvSpPr>
            <a:spLocks noGrp="1"/>
          </p:cNvSpPr>
          <p:nvPr>
            <p:ph type="sldNum" sz="quarter" idx="12"/>
          </p:nvPr>
        </p:nvSpPr>
        <p:spPr>
          <a:prstGeom prst="rect">
            <a:avLst/>
          </a:prstGeom>
        </p:spPr>
        <p:txBody>
          <a:bodyPr vert="horz" lIns="91440" tIns="45720" rIns="91440" bIns="45720" rtlCol="0" anchor="ctr"/>
          <a:lstStyle>
            <a:defPPr>
              <a:defRPr lang="en-GB"/>
            </a:defPPr>
            <a:lvl1pPr algn="r" defTabSz="449263" rtl="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17</a:t>
            </a:fld>
            <a:endParaRPr lang="nl-BE" altLang="nl-BE" dirty="0"/>
          </a:p>
        </p:txBody>
      </p:sp>
      <p:sp>
        <p:nvSpPr>
          <p:cNvPr id="10" name="Rectangle 1">
            <a:extLst>
              <a:ext uri="{FF2B5EF4-FFF2-40B4-BE49-F238E27FC236}">
                <a16:creationId xmlns:a16="http://schemas.microsoft.com/office/drawing/2014/main" id="{49AEE7E5-AFFA-D34B-83CD-2288B386781A}"/>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fontAlgn="auto">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Lay-out</a:t>
            </a:r>
            <a:br>
              <a:rPr lang="nl-BE" altLang="nl-BE" dirty="0"/>
            </a:br>
            <a:endParaRPr lang="nl-BE" altLang="nl-BE" sz="2400">
              <a:solidFill>
                <a:schemeClr val="tx1"/>
              </a:solidFill>
              <a:hlinkClick r:id="" action="ppaction://noaction"/>
            </a:endParaRPr>
          </a:p>
        </p:txBody>
      </p:sp>
    </p:spTree>
    <p:extLst>
      <p:ext uri="{BB962C8B-B14F-4D97-AF65-F5344CB8AC3E}">
        <p14:creationId xmlns:p14="http://schemas.microsoft.com/office/powerpoint/2010/main" val="50623080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jdelijke aanduiding voor inhoud 2"/>
          <p:cNvSpPr>
            <a:spLocks noGrp="1"/>
          </p:cNvSpPr>
          <p:nvPr>
            <p:ph idx="1"/>
          </p:nvPr>
        </p:nvSpPr>
        <p:spPr>
          <a:xfrm>
            <a:off x="1219443" y="577206"/>
            <a:ext cx="10178842" cy="5376333"/>
          </a:xfrm>
        </p:spPr>
        <p:txBody>
          <a:bodyPr vert="horz" lIns="121920" tIns="60960" rIns="121920" bIns="6096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lnSpc>
                <a:spcPct val="150000"/>
              </a:lnSpc>
              <a:buNone/>
            </a:pPr>
            <a:endParaRPr lang="en-US" sz="800" dirty="0">
              <a:ea typeface="Calibri"/>
              <a:cs typeface="Calibri"/>
            </a:endParaRPr>
          </a:p>
          <a:p>
            <a:pPr indent="-170815">
              <a:lnSpc>
                <a:spcPct val="150000"/>
              </a:lnSpc>
            </a:pPr>
            <a:r>
              <a:rPr lang="en-US" sz="2000" dirty="0">
                <a:latin typeface="Arial"/>
                <a:cs typeface="Arial"/>
              </a:rPr>
              <a:t>Dear Sir van </a:t>
            </a:r>
            <a:r>
              <a:rPr lang="en-US" sz="2000" dirty="0" err="1">
                <a:latin typeface="Arial"/>
                <a:cs typeface="Arial"/>
              </a:rPr>
              <a:t>Eyken</a:t>
            </a:r>
            <a:endParaRPr lang="en-US" sz="2000">
              <a:latin typeface="Arial"/>
              <a:cs typeface="Arial"/>
            </a:endParaRPr>
          </a:p>
          <a:p>
            <a:pPr indent="-170815">
              <a:lnSpc>
                <a:spcPct val="150000"/>
              </a:lnSpc>
            </a:pPr>
            <a:r>
              <a:rPr lang="en-US" sz="2000" dirty="0">
                <a:latin typeface="Arial"/>
                <a:cs typeface="Arial"/>
              </a:rPr>
              <a:t>Dear Professor </a:t>
            </a:r>
            <a:r>
              <a:rPr lang="en-US" sz="2000" dirty="0" err="1">
                <a:latin typeface="Arial"/>
                <a:cs typeface="Arial"/>
              </a:rPr>
              <a:t>Binnemans</a:t>
            </a:r>
            <a:endParaRPr lang="en-US" sz="2000" dirty="0">
              <a:latin typeface="Arial"/>
              <a:cs typeface="Arial"/>
            </a:endParaRPr>
          </a:p>
          <a:p>
            <a:pPr indent="-170815">
              <a:lnSpc>
                <a:spcPct val="150000"/>
              </a:lnSpc>
            </a:pPr>
            <a:r>
              <a:rPr lang="en-US" sz="2000" dirty="0">
                <a:latin typeface="Arial"/>
                <a:cs typeface="Arial"/>
              </a:rPr>
              <a:t>Dear </a:t>
            </a:r>
            <a:r>
              <a:rPr lang="en-US" sz="2000" dirty="0" err="1">
                <a:latin typeface="Arial"/>
                <a:cs typeface="Arial"/>
              </a:rPr>
              <a:t>mr.</a:t>
            </a:r>
            <a:r>
              <a:rPr lang="en-US" sz="2000" dirty="0">
                <a:latin typeface="Arial"/>
                <a:cs typeface="Arial"/>
              </a:rPr>
              <a:t> Koen</a:t>
            </a:r>
            <a:endParaRPr lang="en-US" sz="2000" dirty="0">
              <a:ea typeface="Calibri" panose="020F0502020204030204"/>
              <a:cs typeface="Calibri" panose="020F0502020204030204"/>
            </a:endParaRPr>
          </a:p>
          <a:p>
            <a:pPr indent="-170815">
              <a:lnSpc>
                <a:spcPct val="150000"/>
              </a:lnSpc>
            </a:pPr>
            <a:r>
              <a:rPr lang="en-US" sz="2000" dirty="0">
                <a:latin typeface="Arial"/>
                <a:cs typeface="Arial"/>
              </a:rPr>
              <a:t>[nothing]</a:t>
            </a:r>
          </a:p>
          <a:p>
            <a:pPr indent="-170815">
              <a:lnSpc>
                <a:spcPct val="150000"/>
              </a:lnSpc>
            </a:pPr>
            <a:r>
              <a:rPr lang="en-US" sz="2000" dirty="0">
                <a:latin typeface="Arial"/>
                <a:cs typeface="Arial"/>
              </a:rPr>
              <a:t>Dear Mr. </a:t>
            </a:r>
            <a:r>
              <a:rPr lang="en-US" sz="2000" dirty="0" err="1">
                <a:latin typeface="Arial"/>
                <a:cs typeface="Arial"/>
              </a:rPr>
              <a:t>Binnemans</a:t>
            </a:r>
            <a:endParaRPr lang="en-US" sz="2000" dirty="0">
              <a:latin typeface="Arial"/>
              <a:cs typeface="Arial"/>
            </a:endParaRPr>
          </a:p>
          <a:p>
            <a:pPr indent="-170815">
              <a:lnSpc>
                <a:spcPct val="150000"/>
              </a:lnSpc>
            </a:pPr>
            <a:r>
              <a:rPr lang="en-US" sz="2000" dirty="0">
                <a:latin typeface="Arial"/>
                <a:cs typeface="Arial"/>
              </a:rPr>
              <a:t>Dear van Ryken</a:t>
            </a:r>
          </a:p>
          <a:p>
            <a:pPr indent="-170815">
              <a:lnSpc>
                <a:spcPct val="150000"/>
              </a:lnSpc>
            </a:pPr>
            <a:r>
              <a:rPr lang="en-US" sz="2000" dirty="0">
                <a:latin typeface="Arial"/>
                <a:cs typeface="Arial"/>
              </a:rPr>
              <a:t>Hey, hi, hello, </a:t>
            </a:r>
            <a:r>
              <a:rPr lang="en-US" sz="2000" dirty="0" err="1">
                <a:latin typeface="Arial"/>
                <a:cs typeface="Arial"/>
              </a:rPr>
              <a:t>helleuw</a:t>
            </a:r>
            <a:endParaRPr lang="en-US" sz="2000" dirty="0">
              <a:latin typeface="Arial"/>
              <a:cs typeface="Arial"/>
            </a:endParaRPr>
          </a:p>
          <a:p>
            <a:pPr indent="-170815">
              <a:lnSpc>
                <a:spcPct val="150000"/>
              </a:lnSpc>
            </a:pPr>
            <a:r>
              <a:rPr lang="en-US" sz="2000" dirty="0">
                <a:latin typeface="Arial"/>
                <a:cs typeface="Arial"/>
              </a:rPr>
              <a:t>dear Mrs. </a:t>
            </a:r>
            <a:r>
              <a:rPr lang="en-US" sz="2000" dirty="0" err="1">
                <a:latin typeface="Arial"/>
                <a:cs typeface="Arial"/>
              </a:rPr>
              <a:t>Binnemans</a:t>
            </a:r>
            <a:endParaRPr lang="en-US" sz="2000" dirty="0">
              <a:latin typeface="Arial"/>
              <a:cs typeface="Arial"/>
            </a:endParaRPr>
          </a:p>
          <a:p>
            <a:pPr indent="-170815">
              <a:lnSpc>
                <a:spcPct val="150000"/>
              </a:lnSpc>
            </a:pPr>
            <a:r>
              <a:rPr lang="en-US" sz="2000" dirty="0">
                <a:latin typeface="Arial"/>
                <a:cs typeface="Arial"/>
              </a:rPr>
              <a:t>Dear </a:t>
            </a:r>
            <a:r>
              <a:rPr lang="en-US" sz="2000" dirty="0" err="1">
                <a:latin typeface="Arial"/>
                <a:cs typeface="Arial"/>
              </a:rPr>
              <a:t>Binnenmans</a:t>
            </a:r>
            <a:endParaRPr lang="en-US" sz="2000" dirty="0">
              <a:latin typeface="Arial"/>
              <a:cs typeface="Arial"/>
            </a:endParaRPr>
          </a:p>
          <a:p>
            <a:pPr marL="1828165" lvl="4" indent="0">
              <a:lnSpc>
                <a:spcPct val="150000"/>
              </a:lnSpc>
              <a:buNone/>
            </a:pPr>
            <a:r>
              <a:rPr lang="en-US" sz="2000" dirty="0">
                <a:latin typeface="Arial"/>
                <a:cs typeface="Arial"/>
                <a:sym typeface="Wingdings" panose="05000000000000000000" pitchFamily="2" charset="2"/>
              </a:rPr>
              <a:t> Dear Mrs. </a:t>
            </a:r>
            <a:r>
              <a:rPr lang="en-US" sz="2000" err="1">
                <a:latin typeface="Arial"/>
                <a:cs typeface="Arial"/>
                <a:sym typeface="Wingdings" panose="05000000000000000000" pitchFamily="2" charset="2"/>
              </a:rPr>
              <a:t>Binnemans</a:t>
            </a:r>
            <a:endParaRPr lang="en-US" sz="2000">
              <a:latin typeface="Arial"/>
              <a:cs typeface="Arial"/>
            </a:endParaRPr>
          </a:p>
          <a:p>
            <a:pPr marL="1828165" lvl="4" indent="0">
              <a:lnSpc>
                <a:spcPct val="150000"/>
              </a:lnSpc>
              <a:buNone/>
            </a:pPr>
            <a:r>
              <a:rPr lang="en-US" sz="2000" dirty="0">
                <a:latin typeface="Arial"/>
                <a:cs typeface="Arial"/>
                <a:sym typeface="Wingdings" panose="05000000000000000000" pitchFamily="2" charset="2"/>
              </a:rPr>
              <a:t> Dear Mr. Van Eyken</a:t>
            </a:r>
            <a:endParaRPr lang="en-US" sz="2000" dirty="0">
              <a:latin typeface="Arial"/>
              <a:cs typeface="Arial"/>
            </a:endParaRPr>
          </a:p>
          <a:p>
            <a:pPr indent="-170815">
              <a:lnSpc>
                <a:spcPct val="150000"/>
              </a:lnSpc>
            </a:pPr>
            <a:endParaRPr lang="en-US" sz="2000" dirty="0">
              <a:ea typeface="Calibri" panose="020F0502020204030204"/>
              <a:cs typeface="Calibri" panose="020F0502020204030204"/>
            </a:endParaRPr>
          </a:p>
          <a:p>
            <a:pPr indent="-170815">
              <a:lnSpc>
                <a:spcPct val="150000"/>
              </a:lnSpc>
            </a:pPr>
            <a:endParaRPr lang="en-US" sz="4400" dirty="0">
              <a:ea typeface="Calibri" panose="020F0502020204030204"/>
              <a:cs typeface="Calibri" panose="020F0502020204030204"/>
            </a:endParaRPr>
          </a:p>
        </p:txBody>
      </p:sp>
      <p:pic>
        <p:nvPicPr>
          <p:cNvPr id="1026" name="Picture 2" descr="sir of oak. Afbeelding 2 van 4">
            <a:extLst>
              <a:ext uri="{FF2B5EF4-FFF2-40B4-BE49-F238E27FC236}">
                <a16:creationId xmlns:a16="http://schemas.microsoft.com/office/drawing/2014/main" id="{469A43EA-6926-4A87-5ADA-B85EA2C396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1051" y="1603640"/>
            <a:ext cx="3429000" cy="34290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sp>
        <p:nvSpPr>
          <p:cNvPr id="3" name="Tekstvak 2">
            <a:extLst>
              <a:ext uri="{FF2B5EF4-FFF2-40B4-BE49-F238E27FC236}">
                <a16:creationId xmlns:a16="http://schemas.microsoft.com/office/drawing/2014/main" id="{05DAD3A2-62EC-5D5A-9285-EB6214CD415F}"/>
              </a:ext>
            </a:extLst>
          </p:cNvPr>
          <p:cNvSpPr txBox="1"/>
          <p:nvPr/>
        </p:nvSpPr>
        <p:spPr>
          <a:xfrm>
            <a:off x="7132320" y="5227320"/>
            <a:ext cx="4998720" cy="677108"/>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t>A knighted lecturer.</a:t>
            </a:r>
            <a:endParaRPr lang="en-US">
              <a:ea typeface="Calibri"/>
              <a:cs typeface="Calibri"/>
            </a:endParaRPr>
          </a:p>
          <a:p>
            <a:r>
              <a:rPr lang="en-US" sz="1200" dirty="0"/>
              <a:t>Source: </a:t>
            </a:r>
            <a:r>
              <a:rPr lang="en-US" sz="900" dirty="0"/>
              <a:t>Image generated by Bing Image Creator </a:t>
            </a:r>
            <a:endParaRPr lang="en-US" sz="900" dirty="0">
              <a:ea typeface="Calibri"/>
              <a:cs typeface="Calibri"/>
            </a:endParaRPr>
          </a:p>
        </p:txBody>
      </p:sp>
      <p:sp>
        <p:nvSpPr>
          <p:cNvPr id="4" name="Rectangle 1">
            <a:extLst>
              <a:ext uri="{FF2B5EF4-FFF2-40B4-BE49-F238E27FC236}">
                <a16:creationId xmlns:a16="http://schemas.microsoft.com/office/drawing/2014/main" id="{EDF7713D-9234-5979-270D-5F9D8F04D14E}"/>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8" name="Tijdelijke aanduiding voor dianummer 3">
            <a:extLst>
              <a:ext uri="{FF2B5EF4-FFF2-40B4-BE49-F238E27FC236}">
                <a16:creationId xmlns:a16="http://schemas.microsoft.com/office/drawing/2014/main" id="{2A65BD5E-AF67-B837-2E6C-FF50273E9250}"/>
              </a:ext>
            </a:extLst>
          </p:cNvPr>
          <p:cNvSpPr>
            <a:spLocks noGrp="1"/>
          </p:cNvSpPr>
          <p:nvPr>
            <p:ph type="sldNum" sz="quarter" idx="12"/>
          </p:nvPr>
        </p:nvSpPr>
        <p:spPr>
          <a:xfrm>
            <a:off x="10268197" y="6356353"/>
            <a:ext cx="1085603" cy="365125"/>
          </a:xfrm>
          <a:prstGeom prst="rect">
            <a:avLst/>
          </a:prstGeom>
        </p:spPr>
        <p:txBody>
          <a:bodyPr vert="horz" lIns="91440" tIns="45720" rIns="91440" bIns="45720" rtlCol="0" anchor="ctr"/>
          <a:lstStyle>
            <a:defPPr>
              <a:defRPr lang="en-GB"/>
            </a:defPPr>
            <a:lvl1pPr algn="r" defTabSz="449263" rtl="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18</a:t>
            </a:fld>
            <a:endParaRPr lang="nl-BE" altLang="nl-BE" dirty="0"/>
          </a:p>
        </p:txBody>
      </p:sp>
    </p:spTree>
    <p:extLst>
      <p:ext uri="{BB962C8B-B14F-4D97-AF65-F5344CB8AC3E}">
        <p14:creationId xmlns:p14="http://schemas.microsoft.com/office/powerpoint/2010/main" val="3187201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72CA0D3-8FE5-A10F-13D0-5143C7DA47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041" y="764788"/>
            <a:ext cx="7545254" cy="559517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7605F913-760A-C946-2AF3-35FC609569EE}"/>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Tree>
    <p:extLst>
      <p:ext uri="{BB962C8B-B14F-4D97-AF65-F5344CB8AC3E}">
        <p14:creationId xmlns:p14="http://schemas.microsoft.com/office/powerpoint/2010/main" val="2012774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E6D7F5E8-F695-EE3F-AFAE-DC1D2BB9A1A5}"/>
              </a:ext>
            </a:extLst>
          </p:cNvPr>
          <p:cNvSpPr>
            <a:spLocks noGrp="1"/>
          </p:cNvSpPr>
          <p:nvPr>
            <p:ph type="title"/>
          </p:nvPr>
        </p:nvSpPr>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nl-BE" dirty="0"/>
              <a:t>How </a:t>
            </a:r>
            <a:r>
              <a:rPr lang="nl-BE" dirty="0" err="1"/>
              <a:t>many</a:t>
            </a:r>
            <a:r>
              <a:rPr lang="nl-BE" dirty="0"/>
              <a:t> mistakes </a:t>
            </a:r>
            <a:r>
              <a:rPr lang="nl-BE" dirty="0" err="1"/>
              <a:t>can</a:t>
            </a:r>
            <a:r>
              <a:rPr lang="nl-BE" dirty="0"/>
              <a:t> </a:t>
            </a:r>
            <a:r>
              <a:rPr lang="nl-BE" dirty="0" err="1"/>
              <a:t>you</a:t>
            </a:r>
            <a:r>
              <a:rPr lang="nl-BE" dirty="0"/>
              <a:t> </a:t>
            </a:r>
            <a:r>
              <a:rPr lang="nl-BE" dirty="0" err="1"/>
              <a:t>find</a:t>
            </a:r>
            <a:r>
              <a:rPr lang="nl-BE" dirty="0"/>
              <a:t>?</a:t>
            </a:r>
          </a:p>
        </p:txBody>
      </p:sp>
      <p:sp>
        <p:nvSpPr>
          <p:cNvPr id="18" name="Tekstvak 1">
            <a:extLst>
              <a:ext uri="{FF2B5EF4-FFF2-40B4-BE49-F238E27FC236}">
                <a16:creationId xmlns:a16="http://schemas.microsoft.com/office/drawing/2014/main" id="{32C6BD88-8E96-5E3B-25FF-D1359DCD5331}"/>
              </a:ext>
            </a:extLst>
          </p:cNvPr>
          <p:cNvSpPr txBox="1"/>
          <p:nvPr/>
        </p:nvSpPr>
        <p:spPr>
          <a:xfrm>
            <a:off x="1127251" y="1363134"/>
            <a:ext cx="10895416" cy="4359335"/>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nl-BE" sz="2133" b="1" dirty="0" err="1"/>
              <a:t>From</a:t>
            </a:r>
            <a:r>
              <a:rPr lang="nl-BE" sz="2133" b="1" dirty="0"/>
              <a:t>:</a:t>
            </a:r>
            <a:r>
              <a:rPr lang="nl-BE" sz="2133" dirty="0"/>
              <a:t> </a:t>
            </a:r>
            <a:r>
              <a:rPr lang="nl-BE" sz="2133" dirty="0">
                <a:hlinkClick r:id="rId2"/>
              </a:rPr>
              <a:t>sexybeast69@gmail.com</a:t>
            </a:r>
            <a:endParaRPr lang="nl-BE" sz="2133" dirty="0"/>
          </a:p>
          <a:p>
            <a:r>
              <a:rPr lang="nl-BE" sz="2133" b="1" dirty="0" err="1"/>
              <a:t>To</a:t>
            </a:r>
            <a:r>
              <a:rPr lang="nl-BE" sz="2133" b="1" dirty="0"/>
              <a:t>:</a:t>
            </a:r>
            <a:r>
              <a:rPr lang="nl-BE" sz="2133" dirty="0"/>
              <a:t> </a:t>
            </a:r>
            <a:r>
              <a:rPr lang="nl-BE" sz="2133" dirty="0">
                <a:hlinkClick r:id="rId3"/>
              </a:rPr>
              <a:t>john@thecompany.be</a:t>
            </a:r>
            <a:endParaRPr lang="nl-BE" sz="2133" dirty="0"/>
          </a:p>
          <a:p>
            <a:r>
              <a:rPr lang="nl-BE" sz="2133" b="1" dirty="0"/>
              <a:t>CC:</a:t>
            </a:r>
            <a:r>
              <a:rPr lang="nl-BE" sz="2133" dirty="0"/>
              <a:t> </a:t>
            </a:r>
            <a:r>
              <a:rPr lang="nl-BE" sz="2133" dirty="0">
                <a:hlinkClick r:id="rId4"/>
              </a:rPr>
              <a:t>anne@thecompany.be</a:t>
            </a:r>
            <a:r>
              <a:rPr lang="nl-BE" sz="2133" dirty="0"/>
              <a:t>; </a:t>
            </a:r>
            <a:r>
              <a:rPr lang="nl-BE" sz="2133" dirty="0">
                <a:hlinkClick r:id="rId5"/>
              </a:rPr>
              <a:t>silvy@thecompany.be</a:t>
            </a:r>
            <a:r>
              <a:rPr lang="nl-BE" sz="2133" dirty="0"/>
              <a:t>; </a:t>
            </a:r>
            <a:r>
              <a:rPr lang="nl-BE" sz="2133" dirty="0">
                <a:hlinkClick r:id="rId6"/>
              </a:rPr>
              <a:t>abdel@thecompany.be</a:t>
            </a:r>
            <a:r>
              <a:rPr lang="nl-BE" sz="2133" dirty="0"/>
              <a:t>; </a:t>
            </a:r>
            <a:r>
              <a:rPr lang="nl-BE" sz="2133" dirty="0" err="1">
                <a:hlinkClick r:id="rId7"/>
              </a:rPr>
              <a:t>wah@thecompany.be;diego@thecompany.be</a:t>
            </a:r>
            <a:r>
              <a:rPr lang="nl-BE" sz="2133" dirty="0"/>
              <a:t> </a:t>
            </a:r>
            <a:endParaRPr lang="nl-BE" sz="2133" u="sng" dirty="0"/>
          </a:p>
          <a:p>
            <a:r>
              <a:rPr lang="nl-BE" sz="2133" b="1" dirty="0"/>
              <a:t>BCC: </a:t>
            </a:r>
            <a:r>
              <a:rPr lang="nl-BE" sz="2133" dirty="0">
                <a:hlinkClick r:id="rId8"/>
              </a:rPr>
              <a:t>edward@thecompany.be</a:t>
            </a:r>
            <a:r>
              <a:rPr lang="nl-BE" sz="2133" dirty="0"/>
              <a:t>; </a:t>
            </a:r>
            <a:r>
              <a:rPr lang="nl-BE" sz="2133" u="sng" dirty="0">
                <a:hlinkClick r:id="rId9"/>
              </a:rPr>
              <a:t>alphonse@thecompany.be</a:t>
            </a:r>
            <a:endParaRPr lang="nl-BE" sz="2133" b="1" dirty="0"/>
          </a:p>
          <a:p>
            <a:endParaRPr lang="nl-BE" sz="2133" dirty="0"/>
          </a:p>
          <a:p>
            <a:r>
              <a:rPr lang="nl-BE" sz="2133" b="1" dirty="0"/>
              <a:t>Subject:</a:t>
            </a:r>
            <a:r>
              <a:rPr lang="nl-BE" sz="2133" dirty="0"/>
              <a:t> URGENT!!!!!!!!</a:t>
            </a:r>
          </a:p>
          <a:p>
            <a:endParaRPr lang="nl-BE" sz="2133" dirty="0"/>
          </a:p>
          <a:p>
            <a:r>
              <a:rPr lang="nl-BE" sz="2133" dirty="0" err="1"/>
              <a:t>Good</a:t>
            </a:r>
            <a:r>
              <a:rPr lang="nl-BE" sz="2133" dirty="0"/>
              <a:t> </a:t>
            </a:r>
            <a:r>
              <a:rPr lang="nl-BE" sz="2133" dirty="0" err="1"/>
              <a:t>afternoon</a:t>
            </a:r>
            <a:r>
              <a:rPr lang="nl-BE" sz="2133" dirty="0"/>
              <a:t> Mr. Jon,</a:t>
            </a:r>
          </a:p>
          <a:p>
            <a:r>
              <a:rPr lang="nl-BE" sz="2133" dirty="0"/>
              <a:t>I </a:t>
            </a:r>
            <a:r>
              <a:rPr lang="nl-BE" sz="2133" dirty="0" err="1"/>
              <a:t>am</a:t>
            </a:r>
            <a:r>
              <a:rPr lang="nl-BE" sz="2133" dirty="0"/>
              <a:t> </a:t>
            </a:r>
            <a:r>
              <a:rPr lang="nl-BE" sz="2133" dirty="0" err="1"/>
              <a:t>writing</a:t>
            </a:r>
            <a:r>
              <a:rPr lang="nl-BE" sz="2133" dirty="0"/>
              <a:t> </a:t>
            </a:r>
            <a:r>
              <a:rPr lang="nl-BE" sz="2133" dirty="0" err="1"/>
              <a:t>to</a:t>
            </a:r>
            <a:r>
              <a:rPr lang="nl-BE" sz="2133" dirty="0"/>
              <a:t> </a:t>
            </a:r>
            <a:r>
              <a:rPr lang="nl-BE" sz="2133" dirty="0" err="1"/>
              <a:t>you</a:t>
            </a:r>
            <a:r>
              <a:rPr lang="nl-BE" sz="2133" dirty="0"/>
              <a:t> </a:t>
            </a:r>
            <a:r>
              <a:rPr lang="nl-BE" sz="2133" dirty="0" err="1"/>
              <a:t>today</a:t>
            </a:r>
            <a:r>
              <a:rPr lang="nl-BE" sz="2133" dirty="0"/>
              <a:t> </a:t>
            </a:r>
            <a:r>
              <a:rPr lang="nl-BE" sz="2133" dirty="0" err="1"/>
              <a:t>to</a:t>
            </a:r>
            <a:r>
              <a:rPr lang="nl-BE" sz="2133" dirty="0"/>
              <a:t> introduce </a:t>
            </a:r>
            <a:r>
              <a:rPr lang="nl-BE" sz="2133" dirty="0" err="1"/>
              <a:t>myself</a:t>
            </a:r>
            <a:r>
              <a:rPr lang="nl-BE" sz="2133" dirty="0"/>
              <a:t>. I </a:t>
            </a:r>
            <a:r>
              <a:rPr lang="nl-BE" sz="2133" dirty="0" err="1"/>
              <a:t>am</a:t>
            </a:r>
            <a:r>
              <a:rPr lang="nl-BE" sz="2133" dirty="0"/>
              <a:t> Michael D. </a:t>
            </a:r>
            <a:r>
              <a:rPr lang="nl-BE" sz="2133" dirty="0" err="1"/>
              <a:t>Luffy</a:t>
            </a:r>
            <a:r>
              <a:rPr lang="nl-BE" sz="2133" dirty="0"/>
              <a:t> </a:t>
            </a:r>
            <a:r>
              <a:rPr lang="nl-BE" sz="2133" dirty="0" err="1"/>
              <a:t>and</a:t>
            </a:r>
            <a:r>
              <a:rPr lang="nl-BE" sz="2133" dirty="0"/>
              <a:t> I </a:t>
            </a:r>
            <a:r>
              <a:rPr lang="nl-BE" sz="2133" dirty="0" err="1"/>
              <a:t>am</a:t>
            </a:r>
            <a:r>
              <a:rPr lang="nl-BE" sz="2133" dirty="0"/>
              <a:t> </a:t>
            </a:r>
            <a:r>
              <a:rPr lang="nl-BE" sz="2133" dirty="0" err="1"/>
              <a:t>hear</a:t>
            </a:r>
            <a:r>
              <a:rPr lang="nl-BE" sz="2133" dirty="0"/>
              <a:t> in </a:t>
            </a:r>
            <a:r>
              <a:rPr lang="nl-BE" sz="2133" dirty="0" err="1"/>
              <a:t>Antwerp</a:t>
            </a:r>
            <a:r>
              <a:rPr lang="nl-BE" sz="2133" dirty="0"/>
              <a:t> </a:t>
            </a:r>
            <a:r>
              <a:rPr lang="nl-BE" sz="2133" dirty="0" err="1"/>
              <a:t>for</a:t>
            </a:r>
            <a:r>
              <a:rPr lang="nl-BE" sz="2133" dirty="0"/>
              <a:t> </a:t>
            </a:r>
            <a:r>
              <a:rPr lang="nl-BE" sz="2133" dirty="0" err="1"/>
              <a:t>the</a:t>
            </a:r>
            <a:r>
              <a:rPr lang="nl-BE" sz="2133" dirty="0"/>
              <a:t> next </a:t>
            </a:r>
            <a:r>
              <a:rPr lang="nl-BE" sz="2133" dirty="0" err="1"/>
              <a:t>month</a:t>
            </a:r>
            <a:r>
              <a:rPr lang="nl-BE" sz="2133" dirty="0"/>
              <a:t>. I have been in </a:t>
            </a:r>
            <a:r>
              <a:rPr lang="nl-BE" sz="2133" dirty="0" err="1"/>
              <a:t>the</a:t>
            </a:r>
            <a:r>
              <a:rPr lang="nl-BE" sz="2133" dirty="0"/>
              <a:t> business </a:t>
            </a:r>
            <a:r>
              <a:rPr lang="nl-BE" sz="2133" dirty="0" err="1"/>
              <a:t>for</a:t>
            </a:r>
            <a:r>
              <a:rPr lang="nl-BE" sz="2133" dirty="0"/>
              <a:t> 25 </a:t>
            </a:r>
            <a:r>
              <a:rPr lang="nl-BE" sz="2133" dirty="0" err="1"/>
              <a:t>years</a:t>
            </a:r>
            <a:r>
              <a:rPr lang="nl-BE" sz="2133" dirty="0"/>
              <a:t>. </a:t>
            </a:r>
            <a:r>
              <a:rPr lang="nl-BE" sz="2133" dirty="0" err="1"/>
              <a:t>Please</a:t>
            </a:r>
            <a:r>
              <a:rPr lang="nl-BE" sz="2133" dirty="0"/>
              <a:t> call me </a:t>
            </a:r>
            <a:r>
              <a:rPr lang="nl-BE" sz="2133" dirty="0" err="1"/>
              <a:t>if</a:t>
            </a:r>
            <a:r>
              <a:rPr lang="nl-BE" sz="2133" dirty="0"/>
              <a:t> </a:t>
            </a:r>
            <a:r>
              <a:rPr lang="nl-BE" sz="2133" dirty="0" err="1"/>
              <a:t>you</a:t>
            </a:r>
            <a:r>
              <a:rPr lang="nl-BE" sz="2133" dirty="0"/>
              <a:t> have </a:t>
            </a:r>
            <a:r>
              <a:rPr lang="nl-BE" sz="2133" dirty="0" err="1"/>
              <a:t>any</a:t>
            </a:r>
            <a:r>
              <a:rPr lang="nl-BE" sz="2133" dirty="0"/>
              <a:t> </a:t>
            </a:r>
            <a:r>
              <a:rPr lang="nl-BE" sz="2133" dirty="0" err="1"/>
              <a:t>upcoming</a:t>
            </a:r>
            <a:r>
              <a:rPr lang="nl-BE" sz="2133" dirty="0"/>
              <a:t> </a:t>
            </a:r>
            <a:r>
              <a:rPr lang="nl-BE" sz="2133" dirty="0" err="1"/>
              <a:t>promotions</a:t>
            </a:r>
            <a:r>
              <a:rPr lang="nl-BE" sz="2133" dirty="0"/>
              <a:t>. Read </a:t>
            </a:r>
            <a:r>
              <a:rPr lang="nl-BE" sz="2133" dirty="0" err="1"/>
              <a:t>the</a:t>
            </a:r>
            <a:r>
              <a:rPr lang="nl-BE" sz="2133" dirty="0"/>
              <a:t> </a:t>
            </a:r>
            <a:r>
              <a:rPr lang="nl-BE" sz="2133" dirty="0" err="1"/>
              <a:t>attached</a:t>
            </a:r>
            <a:r>
              <a:rPr lang="nl-BE" sz="2133" dirty="0"/>
              <a:t> document </a:t>
            </a:r>
            <a:r>
              <a:rPr lang="nl-BE" sz="2133" dirty="0" err="1"/>
              <a:t>to</a:t>
            </a:r>
            <a:r>
              <a:rPr lang="nl-BE" sz="2133" dirty="0"/>
              <a:t> </a:t>
            </a:r>
            <a:r>
              <a:rPr lang="nl-BE" sz="2133" dirty="0" err="1"/>
              <a:t>see</a:t>
            </a:r>
            <a:r>
              <a:rPr lang="nl-BE" sz="2133" dirty="0"/>
              <a:t> </a:t>
            </a:r>
            <a:r>
              <a:rPr lang="nl-BE" sz="2133" dirty="0" err="1"/>
              <a:t>what</a:t>
            </a:r>
            <a:r>
              <a:rPr lang="nl-BE" sz="2133" dirty="0"/>
              <a:t> we </a:t>
            </a:r>
            <a:r>
              <a:rPr lang="nl-BE" sz="2133" dirty="0" err="1"/>
              <a:t>can</a:t>
            </a:r>
            <a:r>
              <a:rPr lang="nl-BE" sz="2133" dirty="0"/>
              <a:t> offer </a:t>
            </a:r>
            <a:r>
              <a:rPr lang="nl-BE" sz="2133" dirty="0" err="1"/>
              <a:t>to</a:t>
            </a:r>
            <a:r>
              <a:rPr lang="nl-BE" sz="2133" dirty="0"/>
              <a:t> </a:t>
            </a:r>
            <a:r>
              <a:rPr lang="nl-BE" sz="2133" dirty="0" err="1"/>
              <a:t>you</a:t>
            </a:r>
            <a:r>
              <a:rPr lang="nl-BE" sz="2133" dirty="0"/>
              <a:t> </a:t>
            </a:r>
            <a:r>
              <a:rPr lang="nl-BE" sz="2133" dirty="0" err="1"/>
              <a:t>and</a:t>
            </a:r>
            <a:r>
              <a:rPr lang="nl-BE" sz="2133" dirty="0"/>
              <a:t> </a:t>
            </a:r>
            <a:r>
              <a:rPr lang="nl-BE" sz="2133" dirty="0" err="1"/>
              <a:t>you’re</a:t>
            </a:r>
            <a:r>
              <a:rPr lang="nl-BE" sz="2133" dirty="0"/>
              <a:t> company.</a:t>
            </a:r>
          </a:p>
          <a:p>
            <a:r>
              <a:rPr lang="nl-BE" sz="2133" dirty="0" err="1"/>
              <a:t>Toodles</a:t>
            </a:r>
            <a:r>
              <a:rPr lang="nl-BE" sz="2133" dirty="0"/>
              <a:t>, Da </a:t>
            </a:r>
            <a:r>
              <a:rPr lang="nl-BE" sz="2133" dirty="0" err="1"/>
              <a:t>Pirate</a:t>
            </a:r>
            <a:r>
              <a:rPr lang="nl-BE" sz="2133" dirty="0"/>
              <a:t> King</a:t>
            </a:r>
          </a:p>
        </p:txBody>
      </p:sp>
      <p:sp>
        <p:nvSpPr>
          <p:cNvPr id="5" name="Rectangle 1">
            <a:extLst>
              <a:ext uri="{FF2B5EF4-FFF2-40B4-BE49-F238E27FC236}">
                <a16:creationId xmlns:a16="http://schemas.microsoft.com/office/drawing/2014/main" id="{451270FE-7E7D-BDBE-649D-6B55F264BDBA}"/>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7" name="Tijdelijke aanduiding voor dianummer 3">
            <a:extLst>
              <a:ext uri="{FF2B5EF4-FFF2-40B4-BE49-F238E27FC236}">
                <a16:creationId xmlns:a16="http://schemas.microsoft.com/office/drawing/2014/main" id="{C6F2C360-2192-A086-A0EC-FE0EEF6918E1}"/>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20</a:t>
            </a:fld>
            <a:endParaRPr lang="nl-BE" altLang="nl-BE" dirty="0"/>
          </a:p>
        </p:txBody>
      </p:sp>
    </p:spTree>
    <p:extLst>
      <p:ext uri="{BB962C8B-B14F-4D97-AF65-F5344CB8AC3E}">
        <p14:creationId xmlns:p14="http://schemas.microsoft.com/office/powerpoint/2010/main" val="3037616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jdelijke aanduiding voor inhoud 6">
            <a:extLst>
              <a:ext uri="{FF2B5EF4-FFF2-40B4-BE49-F238E27FC236}">
                <a16:creationId xmlns:a16="http://schemas.microsoft.com/office/drawing/2014/main" id="{E4915EEA-5770-7D42-98CD-FBBF78C2E405}"/>
              </a:ext>
            </a:extLst>
          </p:cNvPr>
          <p:cNvSpPr>
            <a:spLocks noGrp="1"/>
          </p:cNvSpPr>
          <p:nvPr>
            <p:ph sz="half" idx="1"/>
          </p:nvPr>
        </p:nvSpPr>
        <p:spPr>
          <a:xfrm>
            <a:off x="838200" y="1253330"/>
            <a:ext cx="6081019" cy="4926033"/>
          </a:xfrm>
        </p:spPr>
        <p:txBody>
          <a:bodyPr vert="horz" lIns="121920" tIns="60960" rIns="121920" bIns="60960" rtlCol="0" anchor="t">
            <a:normAutofit fontScale="25000" lnSpcReduction="20000"/>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lnSpc>
                <a:spcPct val="120000"/>
              </a:lnSpc>
              <a:buNone/>
            </a:pPr>
            <a:r>
              <a:rPr lang="nl-BE" sz="8266" dirty="0" err="1">
                <a:latin typeface="+mn-lt"/>
              </a:rPr>
              <a:t>Dear</a:t>
            </a:r>
            <a:r>
              <a:rPr lang="nl-BE" sz="8266" dirty="0">
                <a:latin typeface="+mn-lt"/>
              </a:rPr>
              <a:t> Mr. Williams,</a:t>
            </a:r>
          </a:p>
          <a:p>
            <a:pPr marL="0" indent="0">
              <a:lnSpc>
                <a:spcPct val="120000"/>
              </a:lnSpc>
              <a:buNone/>
            </a:pPr>
            <a:r>
              <a:rPr lang="nl-BE" sz="8266" dirty="0">
                <a:latin typeface="+mn-lt"/>
                <a:cs typeface="Arial"/>
              </a:rPr>
              <a:t>It was very nice meeting you at </a:t>
            </a:r>
            <a:r>
              <a:rPr lang="nl-BE" sz="8266" dirty="0" err="1">
                <a:latin typeface="+mn-lt"/>
                <a:cs typeface="Arial"/>
              </a:rPr>
              <a:t>the</a:t>
            </a:r>
            <a:r>
              <a:rPr lang="nl-BE" sz="8266" dirty="0">
                <a:latin typeface="+mn-lt"/>
                <a:cs typeface="Arial"/>
              </a:rPr>
              <a:t> IT fair. I hope you had a smooth trip back to the UK. </a:t>
            </a:r>
          </a:p>
          <a:p>
            <a:pPr marL="0" indent="0">
              <a:lnSpc>
                <a:spcPct val="120000"/>
              </a:lnSpc>
              <a:buNone/>
            </a:pPr>
            <a:r>
              <a:rPr lang="nl-BE" sz="8266" dirty="0">
                <a:latin typeface="+mn-lt"/>
                <a:cs typeface="Arial"/>
              </a:rPr>
              <a:t>Please find attached a document with information about Novacup. Samantha Lewis is our purchasing manager; I’m copying her in on this. I </a:t>
            </a:r>
            <a:r>
              <a:rPr lang="nl-BE" sz="8266" dirty="0" err="1">
                <a:latin typeface="+mn-lt"/>
                <a:cs typeface="Arial"/>
              </a:rPr>
              <a:t>will</a:t>
            </a:r>
            <a:r>
              <a:rPr lang="nl-BE" sz="8266" dirty="0">
                <a:latin typeface="+mn-lt"/>
                <a:cs typeface="Arial"/>
              </a:rPr>
              <a:t> </a:t>
            </a:r>
            <a:r>
              <a:rPr lang="nl-BE" sz="8266" dirty="0" err="1">
                <a:latin typeface="+mn-lt"/>
                <a:cs typeface="Arial"/>
              </a:rPr>
              <a:t>also</a:t>
            </a:r>
            <a:r>
              <a:rPr lang="nl-BE" sz="8266" dirty="0">
                <a:latin typeface="+mn-lt"/>
                <a:cs typeface="Arial"/>
              </a:rPr>
              <a:t> forward </a:t>
            </a:r>
            <a:r>
              <a:rPr lang="nl-BE" sz="8266" dirty="0" err="1">
                <a:latin typeface="+mn-lt"/>
                <a:cs typeface="Arial"/>
              </a:rPr>
              <a:t>your</a:t>
            </a:r>
            <a:r>
              <a:rPr lang="nl-BE" sz="8266" dirty="0">
                <a:latin typeface="+mn-lt"/>
                <a:cs typeface="Arial"/>
              </a:rPr>
              <a:t> details </a:t>
            </a:r>
            <a:r>
              <a:rPr lang="nl-BE" sz="8266" dirty="0" err="1">
                <a:latin typeface="+mn-lt"/>
                <a:cs typeface="Arial"/>
              </a:rPr>
              <a:t>to</a:t>
            </a:r>
            <a:r>
              <a:rPr lang="nl-BE" sz="8266" dirty="0">
                <a:latin typeface="+mn-lt"/>
                <a:cs typeface="Arial"/>
              </a:rPr>
              <a:t> </a:t>
            </a:r>
            <a:r>
              <a:rPr lang="nl-BE" sz="8266" dirty="0" err="1">
                <a:latin typeface="+mn-lt"/>
                <a:cs typeface="Arial"/>
              </a:rPr>
              <a:t>Mrs</a:t>
            </a:r>
            <a:r>
              <a:rPr lang="nl-BE" sz="8266" dirty="0">
                <a:latin typeface="+mn-lt"/>
                <a:cs typeface="Arial"/>
              </a:rPr>
              <a:t> </a:t>
            </a:r>
            <a:r>
              <a:rPr lang="nl-BE" sz="8266" dirty="0" err="1">
                <a:latin typeface="+mn-lt"/>
                <a:cs typeface="Arial"/>
              </a:rPr>
              <a:t>Howard</a:t>
            </a:r>
            <a:r>
              <a:rPr lang="nl-BE" sz="8266" dirty="0">
                <a:latin typeface="+mn-lt"/>
                <a:cs typeface="Arial"/>
              </a:rPr>
              <a:t>, </a:t>
            </a:r>
            <a:r>
              <a:rPr lang="nl-BE" sz="8266" dirty="0" err="1">
                <a:latin typeface="+mn-lt"/>
                <a:cs typeface="Arial"/>
              </a:rPr>
              <a:t>our</a:t>
            </a:r>
            <a:r>
              <a:rPr lang="nl-BE" sz="8266" dirty="0">
                <a:latin typeface="+mn-lt"/>
                <a:cs typeface="Arial"/>
              </a:rPr>
              <a:t> CEO. </a:t>
            </a:r>
            <a:endParaRPr lang="nl-BE" sz="8266" dirty="0">
              <a:latin typeface="+mn-lt"/>
            </a:endParaRPr>
          </a:p>
          <a:p>
            <a:pPr marL="0" indent="0">
              <a:lnSpc>
                <a:spcPct val="120000"/>
              </a:lnSpc>
              <a:buNone/>
            </a:pPr>
            <a:r>
              <a:rPr lang="nl-BE" sz="8266" dirty="0">
                <a:latin typeface="+mn-lt"/>
              </a:rPr>
              <a:t>Please don’t hesitate to contact me if you require any other information. </a:t>
            </a:r>
          </a:p>
          <a:p>
            <a:pPr marL="0" indent="0">
              <a:lnSpc>
                <a:spcPct val="120000"/>
              </a:lnSpc>
              <a:buNone/>
            </a:pPr>
            <a:r>
              <a:rPr lang="nl-BE" sz="8266" dirty="0">
                <a:latin typeface="+mn-lt"/>
              </a:rPr>
              <a:t>Best regards,</a:t>
            </a:r>
            <a:br>
              <a:rPr lang="nl-BE" sz="8266" dirty="0">
                <a:latin typeface="+mn-lt"/>
              </a:rPr>
            </a:br>
            <a:r>
              <a:rPr lang="nl-BE" sz="8266" dirty="0">
                <a:latin typeface="+mn-lt"/>
              </a:rPr>
              <a:t>Clark Kent</a:t>
            </a:r>
          </a:p>
          <a:p>
            <a:pPr marL="0" indent="0">
              <a:lnSpc>
                <a:spcPct val="120000"/>
              </a:lnSpc>
              <a:buNone/>
            </a:pPr>
            <a:r>
              <a:rPr lang="nl-BE" sz="8266" dirty="0">
                <a:latin typeface="+mn-lt"/>
              </a:rPr>
              <a:t>1 IT6a  </a:t>
            </a:r>
          </a:p>
          <a:p>
            <a:pPr marL="0" indent="0">
              <a:buNone/>
            </a:pPr>
            <a:endParaRPr lang="nl-BE" dirty="0"/>
          </a:p>
        </p:txBody>
      </p:sp>
      <p:sp>
        <p:nvSpPr>
          <p:cNvPr id="9" name="Rectangle 1">
            <a:extLst>
              <a:ext uri="{FF2B5EF4-FFF2-40B4-BE49-F238E27FC236}">
                <a16:creationId xmlns:a16="http://schemas.microsoft.com/office/drawing/2014/main" id="{6D48DA3A-F2C8-2826-985F-639F9890927E}"/>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15" name="Tijdelijke aanduiding voor dianummer 3">
            <a:extLst>
              <a:ext uri="{FF2B5EF4-FFF2-40B4-BE49-F238E27FC236}">
                <a16:creationId xmlns:a16="http://schemas.microsoft.com/office/drawing/2014/main" id="{17E9F95F-70EB-5F2D-907E-9806678A02A1}"/>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21</a:t>
            </a:fld>
            <a:endParaRPr lang="nl-BE" altLang="nl-BE" dirty="0"/>
          </a:p>
        </p:txBody>
      </p:sp>
      <p:sp>
        <p:nvSpPr>
          <p:cNvPr id="16" name="Tekstvak 15">
            <a:extLst>
              <a:ext uri="{FF2B5EF4-FFF2-40B4-BE49-F238E27FC236}">
                <a16:creationId xmlns:a16="http://schemas.microsoft.com/office/drawing/2014/main" id="{A564869D-08DA-2A37-5F86-1CCE594AA24E}"/>
              </a:ext>
            </a:extLst>
          </p:cNvPr>
          <p:cNvSpPr txBox="1"/>
          <p:nvPr/>
        </p:nvSpPr>
        <p:spPr>
          <a:xfrm>
            <a:off x="7407966" y="5342835"/>
            <a:ext cx="52279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tx1"/>
                </a:solidFill>
                <a:latin typeface="Arial"/>
                <a:ea typeface="Microsoft YaHei"/>
                <a:cs typeface="Arial"/>
              </a:rPr>
              <a:t>Perfect email.</a:t>
            </a:r>
            <a:endParaRPr lang="en-US" sz="2000" dirty="0">
              <a:solidFill>
                <a:schemeClr val="tx1"/>
              </a:solidFill>
              <a:cs typeface="Arial"/>
            </a:endParaRPr>
          </a:p>
          <a:p>
            <a:r>
              <a:rPr lang="en-US" sz="1200" dirty="0">
                <a:solidFill>
                  <a:schemeClr val="tx1"/>
                </a:solidFill>
                <a:latin typeface="Arial"/>
                <a:ea typeface="Microsoft YaHei"/>
                <a:cs typeface="Arial"/>
              </a:rPr>
              <a:t>Source: https://strangenotions.com (2025)</a:t>
            </a:r>
            <a:endParaRPr lang="en-US" sz="1200">
              <a:solidFill>
                <a:schemeClr val="tx1"/>
              </a:solidFill>
              <a:cs typeface="Arial"/>
            </a:endParaRPr>
          </a:p>
        </p:txBody>
      </p:sp>
      <p:pic>
        <p:nvPicPr>
          <p:cNvPr id="17" name="Afbeelding 16" descr="Afbeelding met persoon, Menselijk gezicht, kleding, person&#10;&#10;Door AI gegenereerde inhoud is mogelijk onjuist.">
            <a:extLst>
              <a:ext uri="{FF2B5EF4-FFF2-40B4-BE49-F238E27FC236}">
                <a16:creationId xmlns:a16="http://schemas.microsoft.com/office/drawing/2014/main" id="{6DAE6A5A-D9E2-0461-350A-9088D6F8DA05}"/>
              </a:ext>
            </a:extLst>
          </p:cNvPr>
          <p:cNvPicPr>
            <a:picLocks noChangeAspect="1"/>
          </p:cNvPicPr>
          <p:nvPr/>
        </p:nvPicPr>
        <p:blipFill>
          <a:blip r:embed="rId2"/>
          <a:stretch>
            <a:fillRect/>
          </a:stretch>
        </p:blipFill>
        <p:spPr>
          <a:xfrm>
            <a:off x="7306296" y="766970"/>
            <a:ext cx="3929407" cy="42197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83414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jdelijke aanduiding voor inhoud 8">
            <a:extLst>
              <a:ext uri="{FF2B5EF4-FFF2-40B4-BE49-F238E27FC236}">
                <a16:creationId xmlns:a16="http://schemas.microsoft.com/office/drawing/2014/main" id="{0445A321-EE7F-F044-A082-D2315DD8DDAE}"/>
              </a:ext>
            </a:extLst>
          </p:cNvPr>
          <p:cNvSpPr>
            <a:spLocks noGrp="1"/>
          </p:cNvSpPr>
          <p:nvPr>
            <p:ph sz="half" idx="1"/>
          </p:nvPr>
        </p:nvSpPr>
        <p:spPr>
          <a:xfrm>
            <a:off x="643467" y="1253331"/>
            <a:ext cx="6168943" cy="4905192"/>
          </a:xfrm>
        </p:spPr>
        <p:txBody>
          <a:bodyPr vert="horz" lIns="121920" tIns="60960" rIns="121920" bIns="60960" rtlCol="0" anchor="t">
            <a:normAutofit fontScale="70000" lnSpcReduction="20000"/>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lnSpc>
                <a:spcPct val="120000"/>
              </a:lnSpc>
              <a:buNone/>
            </a:pPr>
            <a:r>
              <a:rPr lang="nl-BE" sz="3200" dirty="0" err="1">
                <a:solidFill>
                  <a:schemeClr val="accent1"/>
                </a:solidFill>
                <a:latin typeface="+mn-lt"/>
              </a:rPr>
              <a:t>Dear</a:t>
            </a:r>
            <a:r>
              <a:rPr lang="nl-BE" sz="3200" dirty="0">
                <a:solidFill>
                  <a:schemeClr val="accent1"/>
                </a:solidFill>
                <a:latin typeface="+mn-lt"/>
              </a:rPr>
              <a:t> Mr. Williams,</a:t>
            </a:r>
          </a:p>
          <a:p>
            <a:pPr marL="0" indent="0">
              <a:lnSpc>
                <a:spcPct val="120000"/>
              </a:lnSpc>
              <a:buNone/>
            </a:pPr>
            <a:r>
              <a:rPr lang="nl-BE" sz="3200" dirty="0">
                <a:latin typeface="+mn-lt"/>
                <a:cs typeface="Arial"/>
              </a:rPr>
              <a:t>It was </a:t>
            </a:r>
            <a:r>
              <a:rPr lang="nl-BE" sz="3200" dirty="0" err="1">
                <a:latin typeface="+mn-lt"/>
                <a:cs typeface="Arial"/>
              </a:rPr>
              <a:t>very</a:t>
            </a:r>
            <a:r>
              <a:rPr lang="nl-BE" sz="3200" dirty="0">
                <a:latin typeface="+mn-lt"/>
                <a:cs typeface="Arial"/>
              </a:rPr>
              <a:t> </a:t>
            </a:r>
            <a:r>
              <a:rPr lang="nl-BE" sz="3200" dirty="0" err="1">
                <a:latin typeface="+mn-lt"/>
                <a:cs typeface="Arial"/>
              </a:rPr>
              <a:t>nice</a:t>
            </a:r>
            <a:r>
              <a:rPr lang="nl-BE" sz="3200" dirty="0">
                <a:latin typeface="+mn-lt"/>
                <a:cs typeface="Arial"/>
              </a:rPr>
              <a:t> meeting </a:t>
            </a:r>
            <a:r>
              <a:rPr lang="nl-BE" sz="3200" dirty="0" err="1">
                <a:latin typeface="+mn-lt"/>
                <a:cs typeface="Arial"/>
              </a:rPr>
              <a:t>you</a:t>
            </a:r>
            <a:r>
              <a:rPr lang="nl-BE" sz="3200" dirty="0">
                <a:latin typeface="+mn-lt"/>
                <a:cs typeface="Arial"/>
              </a:rPr>
              <a:t> at </a:t>
            </a:r>
            <a:r>
              <a:rPr lang="nl-BE" sz="3200" dirty="0" err="1">
                <a:latin typeface="+mn-lt"/>
                <a:cs typeface="Arial"/>
              </a:rPr>
              <a:t>the</a:t>
            </a:r>
            <a:r>
              <a:rPr lang="nl-BE" sz="3200" dirty="0">
                <a:latin typeface="+mn-lt"/>
                <a:cs typeface="Arial"/>
              </a:rPr>
              <a:t> IT fair. I hope </a:t>
            </a:r>
            <a:r>
              <a:rPr lang="nl-BE" sz="3200" dirty="0" err="1">
                <a:latin typeface="+mn-lt"/>
                <a:cs typeface="Arial"/>
              </a:rPr>
              <a:t>you</a:t>
            </a:r>
            <a:r>
              <a:rPr lang="nl-BE" sz="3200" dirty="0">
                <a:latin typeface="+mn-lt"/>
                <a:cs typeface="Arial"/>
              </a:rPr>
              <a:t> had a </a:t>
            </a:r>
            <a:r>
              <a:rPr lang="nl-BE" sz="3200" dirty="0" err="1">
                <a:latin typeface="+mn-lt"/>
                <a:cs typeface="Arial"/>
              </a:rPr>
              <a:t>smooth</a:t>
            </a:r>
            <a:r>
              <a:rPr lang="nl-BE" sz="3200" dirty="0">
                <a:latin typeface="+mn-lt"/>
                <a:cs typeface="Arial"/>
              </a:rPr>
              <a:t> trip back </a:t>
            </a:r>
            <a:r>
              <a:rPr lang="nl-BE" sz="3200" dirty="0" err="1">
                <a:latin typeface="+mn-lt"/>
                <a:cs typeface="Arial"/>
              </a:rPr>
              <a:t>to</a:t>
            </a:r>
            <a:r>
              <a:rPr lang="nl-BE" sz="3200" dirty="0">
                <a:latin typeface="+mn-lt"/>
                <a:cs typeface="Arial"/>
              </a:rPr>
              <a:t> </a:t>
            </a:r>
            <a:r>
              <a:rPr lang="nl-BE" sz="3200" dirty="0" err="1">
                <a:latin typeface="+mn-lt"/>
                <a:cs typeface="Arial"/>
              </a:rPr>
              <a:t>the</a:t>
            </a:r>
            <a:r>
              <a:rPr lang="nl-BE" sz="3200" dirty="0">
                <a:latin typeface="+mn-lt"/>
                <a:cs typeface="Arial"/>
              </a:rPr>
              <a:t> UK. </a:t>
            </a:r>
          </a:p>
          <a:p>
            <a:pPr marL="0" indent="0">
              <a:lnSpc>
                <a:spcPct val="120000"/>
              </a:lnSpc>
              <a:buNone/>
            </a:pPr>
            <a:r>
              <a:rPr lang="nl-BE" sz="3200" dirty="0" err="1">
                <a:latin typeface="+mn-lt"/>
                <a:cs typeface="Arial"/>
              </a:rPr>
              <a:t>Please</a:t>
            </a:r>
            <a:r>
              <a:rPr lang="nl-BE" sz="3200" dirty="0">
                <a:latin typeface="+mn-lt"/>
                <a:cs typeface="Arial"/>
              </a:rPr>
              <a:t> </a:t>
            </a:r>
            <a:r>
              <a:rPr lang="nl-BE" sz="3200" dirty="0" err="1">
                <a:latin typeface="+mn-lt"/>
                <a:cs typeface="Arial"/>
              </a:rPr>
              <a:t>find</a:t>
            </a:r>
            <a:r>
              <a:rPr lang="nl-BE" sz="3200" dirty="0">
                <a:latin typeface="+mn-lt"/>
                <a:cs typeface="Arial"/>
              </a:rPr>
              <a:t> </a:t>
            </a:r>
            <a:r>
              <a:rPr lang="nl-BE" sz="3200" dirty="0" err="1">
                <a:latin typeface="+mn-lt"/>
                <a:cs typeface="Arial"/>
              </a:rPr>
              <a:t>attached</a:t>
            </a:r>
            <a:r>
              <a:rPr lang="nl-BE" sz="3200" dirty="0">
                <a:latin typeface="+mn-lt"/>
                <a:cs typeface="Arial"/>
              </a:rPr>
              <a:t> a document </a:t>
            </a:r>
            <a:r>
              <a:rPr lang="nl-BE" sz="3200" dirty="0" err="1">
                <a:latin typeface="+mn-lt"/>
                <a:cs typeface="Arial"/>
              </a:rPr>
              <a:t>with</a:t>
            </a:r>
            <a:r>
              <a:rPr lang="nl-BE" sz="3200" dirty="0">
                <a:latin typeface="+mn-lt"/>
                <a:cs typeface="Arial"/>
              </a:rPr>
              <a:t> information </a:t>
            </a:r>
            <a:r>
              <a:rPr lang="nl-BE" sz="3200" dirty="0" err="1">
                <a:latin typeface="+mn-lt"/>
                <a:cs typeface="Arial"/>
              </a:rPr>
              <a:t>about</a:t>
            </a:r>
            <a:r>
              <a:rPr lang="nl-BE" sz="3200" dirty="0">
                <a:latin typeface="+mn-lt"/>
                <a:cs typeface="Arial"/>
              </a:rPr>
              <a:t> </a:t>
            </a:r>
            <a:r>
              <a:rPr lang="nl-BE" sz="3200" dirty="0" err="1">
                <a:latin typeface="+mn-lt"/>
                <a:cs typeface="Arial"/>
              </a:rPr>
              <a:t>Novacup</a:t>
            </a:r>
            <a:r>
              <a:rPr lang="nl-BE" sz="3200" dirty="0">
                <a:latin typeface="+mn-lt"/>
                <a:cs typeface="Arial"/>
              </a:rPr>
              <a:t>. Samantha Lewis is </a:t>
            </a:r>
            <a:r>
              <a:rPr lang="nl-BE" sz="3200" dirty="0" err="1">
                <a:latin typeface="+mn-lt"/>
                <a:cs typeface="Arial"/>
              </a:rPr>
              <a:t>our</a:t>
            </a:r>
            <a:r>
              <a:rPr lang="nl-BE" sz="3200" dirty="0">
                <a:latin typeface="+mn-lt"/>
                <a:cs typeface="Arial"/>
              </a:rPr>
              <a:t> </a:t>
            </a:r>
            <a:r>
              <a:rPr lang="nl-BE" sz="3200" dirty="0" err="1">
                <a:latin typeface="+mn-lt"/>
                <a:cs typeface="Arial"/>
              </a:rPr>
              <a:t>purchasing</a:t>
            </a:r>
            <a:r>
              <a:rPr lang="nl-BE" sz="3200" dirty="0">
                <a:latin typeface="+mn-lt"/>
                <a:cs typeface="Arial"/>
              </a:rPr>
              <a:t> manager; </a:t>
            </a:r>
            <a:r>
              <a:rPr lang="nl-BE" sz="3200" dirty="0" err="1">
                <a:latin typeface="+mn-lt"/>
                <a:cs typeface="Arial"/>
              </a:rPr>
              <a:t>I’m</a:t>
            </a:r>
            <a:r>
              <a:rPr lang="nl-BE" sz="3200" dirty="0">
                <a:latin typeface="+mn-lt"/>
                <a:cs typeface="Arial"/>
              </a:rPr>
              <a:t> </a:t>
            </a:r>
            <a:r>
              <a:rPr lang="nl-BE" sz="3200" dirty="0" err="1">
                <a:latin typeface="+mn-lt"/>
                <a:cs typeface="Arial"/>
              </a:rPr>
              <a:t>copying</a:t>
            </a:r>
            <a:r>
              <a:rPr lang="nl-BE" sz="3200" dirty="0">
                <a:latin typeface="+mn-lt"/>
                <a:cs typeface="Arial"/>
              </a:rPr>
              <a:t> her in on </a:t>
            </a:r>
            <a:r>
              <a:rPr lang="nl-BE" sz="3200" dirty="0" err="1">
                <a:latin typeface="+mn-lt"/>
                <a:cs typeface="Arial"/>
              </a:rPr>
              <a:t>this</a:t>
            </a:r>
            <a:r>
              <a:rPr lang="nl-BE" sz="3200" dirty="0">
                <a:latin typeface="+mn-lt"/>
                <a:cs typeface="Arial"/>
              </a:rPr>
              <a:t>. I </a:t>
            </a:r>
            <a:r>
              <a:rPr lang="nl-BE" sz="3200" dirty="0" err="1">
                <a:latin typeface="+mn-lt"/>
                <a:cs typeface="Arial"/>
              </a:rPr>
              <a:t>will</a:t>
            </a:r>
            <a:r>
              <a:rPr lang="nl-BE" sz="3200" dirty="0">
                <a:latin typeface="+mn-lt"/>
                <a:cs typeface="Arial"/>
              </a:rPr>
              <a:t> </a:t>
            </a:r>
            <a:r>
              <a:rPr lang="nl-BE" sz="3200" dirty="0" err="1">
                <a:latin typeface="+mn-lt"/>
                <a:cs typeface="Arial"/>
              </a:rPr>
              <a:t>also</a:t>
            </a:r>
            <a:r>
              <a:rPr lang="nl-BE" sz="3200" dirty="0">
                <a:latin typeface="+mn-lt"/>
                <a:cs typeface="Arial"/>
              </a:rPr>
              <a:t> forward </a:t>
            </a:r>
            <a:r>
              <a:rPr lang="nl-BE" sz="3200" dirty="0" err="1">
                <a:latin typeface="+mn-lt"/>
                <a:cs typeface="Arial"/>
              </a:rPr>
              <a:t>your</a:t>
            </a:r>
            <a:r>
              <a:rPr lang="nl-BE" sz="3200" dirty="0">
                <a:latin typeface="+mn-lt"/>
                <a:cs typeface="Arial"/>
              </a:rPr>
              <a:t> details </a:t>
            </a:r>
            <a:r>
              <a:rPr lang="nl-BE" sz="3200" dirty="0" err="1">
                <a:latin typeface="+mn-lt"/>
                <a:cs typeface="Arial"/>
              </a:rPr>
              <a:t>to</a:t>
            </a:r>
            <a:r>
              <a:rPr lang="nl-BE" sz="3200" dirty="0">
                <a:latin typeface="+mn-lt"/>
                <a:cs typeface="Arial"/>
              </a:rPr>
              <a:t> </a:t>
            </a:r>
            <a:r>
              <a:rPr lang="nl-BE" sz="3200" dirty="0" err="1">
                <a:latin typeface="+mn-lt"/>
                <a:cs typeface="Arial"/>
              </a:rPr>
              <a:t>Mrs</a:t>
            </a:r>
            <a:r>
              <a:rPr lang="nl-BE" sz="3200" dirty="0">
                <a:latin typeface="+mn-lt"/>
                <a:cs typeface="Arial"/>
              </a:rPr>
              <a:t> </a:t>
            </a:r>
            <a:r>
              <a:rPr lang="nl-BE" sz="3200" dirty="0" err="1">
                <a:latin typeface="+mn-lt"/>
                <a:cs typeface="Arial"/>
              </a:rPr>
              <a:t>Howard</a:t>
            </a:r>
            <a:r>
              <a:rPr lang="nl-BE" sz="3200" dirty="0">
                <a:latin typeface="+mn-lt"/>
                <a:cs typeface="Arial"/>
              </a:rPr>
              <a:t>, </a:t>
            </a:r>
            <a:r>
              <a:rPr lang="nl-BE" sz="3200" dirty="0" err="1">
                <a:latin typeface="+mn-lt"/>
                <a:cs typeface="Arial"/>
              </a:rPr>
              <a:t>our</a:t>
            </a:r>
            <a:r>
              <a:rPr lang="nl-BE" sz="3200" dirty="0">
                <a:latin typeface="+mn-lt"/>
                <a:cs typeface="Arial"/>
              </a:rPr>
              <a:t> CEO. </a:t>
            </a:r>
            <a:endParaRPr lang="nl-BE" sz="3200" dirty="0">
              <a:latin typeface="+mn-lt"/>
            </a:endParaRPr>
          </a:p>
          <a:p>
            <a:pPr marL="0" indent="0">
              <a:lnSpc>
                <a:spcPct val="120000"/>
              </a:lnSpc>
              <a:buNone/>
            </a:pPr>
            <a:r>
              <a:rPr lang="nl-BE" sz="3200" dirty="0" err="1">
                <a:latin typeface="+mn-lt"/>
              </a:rPr>
              <a:t>Please</a:t>
            </a:r>
            <a:r>
              <a:rPr lang="nl-BE" sz="3200" dirty="0">
                <a:latin typeface="+mn-lt"/>
              </a:rPr>
              <a:t> </a:t>
            </a:r>
            <a:r>
              <a:rPr lang="nl-BE" sz="3200" dirty="0" err="1">
                <a:latin typeface="+mn-lt"/>
              </a:rPr>
              <a:t>don’t</a:t>
            </a:r>
            <a:r>
              <a:rPr lang="nl-BE" sz="3200" dirty="0">
                <a:latin typeface="+mn-lt"/>
              </a:rPr>
              <a:t> </a:t>
            </a:r>
            <a:r>
              <a:rPr lang="nl-BE" sz="3200" dirty="0" err="1">
                <a:latin typeface="+mn-lt"/>
              </a:rPr>
              <a:t>hesitate</a:t>
            </a:r>
            <a:r>
              <a:rPr lang="nl-BE" sz="3200" dirty="0">
                <a:latin typeface="+mn-lt"/>
              </a:rPr>
              <a:t> </a:t>
            </a:r>
            <a:r>
              <a:rPr lang="nl-BE" sz="3200" dirty="0" err="1">
                <a:latin typeface="+mn-lt"/>
              </a:rPr>
              <a:t>to</a:t>
            </a:r>
            <a:r>
              <a:rPr lang="nl-BE" sz="3200" dirty="0">
                <a:latin typeface="+mn-lt"/>
              </a:rPr>
              <a:t> contact me </a:t>
            </a:r>
            <a:r>
              <a:rPr lang="nl-BE" sz="3200" dirty="0" err="1">
                <a:latin typeface="+mn-lt"/>
              </a:rPr>
              <a:t>if</a:t>
            </a:r>
            <a:r>
              <a:rPr lang="nl-BE" sz="3200" dirty="0">
                <a:latin typeface="+mn-lt"/>
              </a:rPr>
              <a:t> </a:t>
            </a:r>
            <a:r>
              <a:rPr lang="nl-BE" sz="3200" dirty="0" err="1">
                <a:latin typeface="+mn-lt"/>
              </a:rPr>
              <a:t>you</a:t>
            </a:r>
            <a:r>
              <a:rPr lang="nl-BE" sz="3200" dirty="0">
                <a:latin typeface="+mn-lt"/>
              </a:rPr>
              <a:t> </a:t>
            </a:r>
            <a:r>
              <a:rPr lang="nl-BE" sz="3200" dirty="0" err="1">
                <a:latin typeface="+mn-lt"/>
              </a:rPr>
              <a:t>require</a:t>
            </a:r>
            <a:r>
              <a:rPr lang="nl-BE" sz="3200" dirty="0">
                <a:latin typeface="+mn-lt"/>
              </a:rPr>
              <a:t> </a:t>
            </a:r>
            <a:r>
              <a:rPr lang="nl-BE" sz="3200" dirty="0" err="1">
                <a:latin typeface="+mn-lt"/>
              </a:rPr>
              <a:t>any</a:t>
            </a:r>
            <a:r>
              <a:rPr lang="nl-BE" sz="3200" dirty="0">
                <a:latin typeface="+mn-lt"/>
              </a:rPr>
              <a:t> </a:t>
            </a:r>
            <a:r>
              <a:rPr lang="nl-BE" sz="3200" dirty="0" err="1">
                <a:latin typeface="+mn-lt"/>
              </a:rPr>
              <a:t>other</a:t>
            </a:r>
            <a:r>
              <a:rPr lang="nl-BE" sz="3200" dirty="0">
                <a:latin typeface="+mn-lt"/>
              </a:rPr>
              <a:t> information. </a:t>
            </a:r>
          </a:p>
          <a:p>
            <a:pPr marL="0" indent="0">
              <a:lnSpc>
                <a:spcPct val="120000"/>
              </a:lnSpc>
              <a:buNone/>
            </a:pPr>
            <a:r>
              <a:rPr lang="nl-BE" sz="3200" dirty="0">
                <a:latin typeface="+mn-lt"/>
              </a:rPr>
              <a:t>Best </a:t>
            </a:r>
            <a:r>
              <a:rPr lang="nl-BE" sz="3200" dirty="0" err="1">
                <a:latin typeface="+mn-lt"/>
              </a:rPr>
              <a:t>regards</a:t>
            </a:r>
            <a:r>
              <a:rPr lang="nl-BE" sz="3200" dirty="0">
                <a:latin typeface="+mn-lt"/>
              </a:rPr>
              <a:t>,</a:t>
            </a:r>
            <a:br>
              <a:rPr lang="nl-BE" sz="3200" dirty="0">
                <a:latin typeface="+mn-lt"/>
              </a:rPr>
            </a:br>
            <a:r>
              <a:rPr lang="nl-BE" sz="3200" dirty="0">
                <a:latin typeface="+mn-lt"/>
              </a:rPr>
              <a:t>Clark Kent</a:t>
            </a:r>
          </a:p>
          <a:p>
            <a:pPr marL="0" indent="0">
              <a:lnSpc>
                <a:spcPct val="120000"/>
              </a:lnSpc>
              <a:buNone/>
            </a:pPr>
            <a:r>
              <a:rPr lang="nl-BE" sz="3200" dirty="0">
                <a:latin typeface="+mn-lt"/>
              </a:rPr>
              <a:t>1 IT6a  </a:t>
            </a:r>
          </a:p>
          <a:p>
            <a:pPr marL="0" indent="0">
              <a:buNone/>
            </a:pPr>
            <a:endParaRPr lang="nl-BE" dirty="0"/>
          </a:p>
        </p:txBody>
      </p:sp>
      <p:sp>
        <p:nvSpPr>
          <p:cNvPr id="10" name="Tijdelijke aanduiding voor inhoud 9">
            <a:extLst>
              <a:ext uri="{FF2B5EF4-FFF2-40B4-BE49-F238E27FC236}">
                <a16:creationId xmlns:a16="http://schemas.microsoft.com/office/drawing/2014/main" id="{42300B75-3D4F-EA47-9DB4-C6A60741FF79}"/>
              </a:ext>
            </a:extLst>
          </p:cNvPr>
          <p:cNvSpPr>
            <a:spLocks noGrp="1"/>
          </p:cNvSpPr>
          <p:nvPr>
            <p:ph sz="half" idx="2"/>
          </p:nvPr>
        </p:nvSpPr>
        <p:spPr>
          <a:xfrm>
            <a:off x="7200574" y="1253331"/>
            <a:ext cx="4153225" cy="4351339"/>
          </a:xfrm>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609585" indent="-609585">
              <a:buAutoNum type="arabicPeriod"/>
            </a:pPr>
            <a:r>
              <a:rPr lang="nl-BE" dirty="0">
                <a:solidFill>
                  <a:schemeClr val="accent1"/>
                </a:solidFill>
              </a:rPr>
              <a:t>Greeting</a:t>
            </a:r>
          </a:p>
          <a:p>
            <a:pPr marL="0" indent="0">
              <a:buNone/>
            </a:pPr>
            <a:endParaRPr lang="nl-BE" dirty="0">
              <a:solidFill>
                <a:schemeClr val="accent1"/>
              </a:solidFill>
            </a:endParaRPr>
          </a:p>
          <a:p>
            <a:r>
              <a:rPr lang="nl-BE" sz="2400" dirty="0" err="1"/>
              <a:t>Dear</a:t>
            </a:r>
            <a:r>
              <a:rPr lang="nl-BE" sz="2400" dirty="0"/>
              <a:t> Mr., Mrs. or Ms. + surname</a:t>
            </a:r>
            <a:br>
              <a:rPr lang="nl-BE" sz="2400" dirty="0"/>
            </a:br>
            <a:endParaRPr lang="nl-BE" sz="2400" dirty="0"/>
          </a:p>
          <a:p>
            <a:r>
              <a:rPr lang="nl-BE" sz="2400" dirty="0"/>
              <a:t>Dear, Hi, Morning, … ?</a:t>
            </a:r>
          </a:p>
          <a:p>
            <a:r>
              <a:rPr lang="nl-BE" sz="2400" dirty="0">
                <a:solidFill>
                  <a:schemeClr val="accent1"/>
                </a:solidFill>
              </a:rPr>
              <a:t>NO!</a:t>
            </a:r>
          </a:p>
          <a:p>
            <a:endParaRPr lang="nl-BE" sz="2400" dirty="0">
              <a:solidFill>
                <a:schemeClr val="accent1"/>
              </a:solidFill>
            </a:endParaRPr>
          </a:p>
          <a:p>
            <a:r>
              <a:rPr lang="nl-BE" sz="2400" dirty="0"/>
              <a:t>Note: Comma is optional</a:t>
            </a:r>
          </a:p>
          <a:p>
            <a:endParaRPr lang="nl-BE" sz="2400" dirty="0">
              <a:solidFill>
                <a:schemeClr val="accent1"/>
              </a:solidFill>
            </a:endParaRPr>
          </a:p>
        </p:txBody>
      </p:sp>
      <p:cxnSp>
        <p:nvCxnSpPr>
          <p:cNvPr id="12" name="Rechte verbindingslijn 11">
            <a:extLst>
              <a:ext uri="{FF2B5EF4-FFF2-40B4-BE49-F238E27FC236}">
                <a16:creationId xmlns:a16="http://schemas.microsoft.com/office/drawing/2014/main" id="{E5B0F90B-F61C-944E-89C8-AB28F75ED9A3}"/>
              </a:ext>
            </a:extLst>
          </p:cNvPr>
          <p:cNvCxnSpPr/>
          <p:nvPr/>
        </p:nvCxnSpPr>
        <p:spPr>
          <a:xfrm>
            <a:off x="7044267" y="1253331"/>
            <a:ext cx="0" cy="4373747"/>
          </a:xfrm>
          <a:prstGeom prst="line">
            <a:avLst/>
          </a:prstGeom>
          <a:ln w="95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Rectangle 1">
            <a:extLst>
              <a:ext uri="{FF2B5EF4-FFF2-40B4-BE49-F238E27FC236}">
                <a16:creationId xmlns:a16="http://schemas.microsoft.com/office/drawing/2014/main" id="{3288986B-E9C6-864D-94D3-3D77B003748D}"/>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5" name="Tijdelijke aanduiding voor dianummer 3">
            <a:extLst>
              <a:ext uri="{FF2B5EF4-FFF2-40B4-BE49-F238E27FC236}">
                <a16:creationId xmlns:a16="http://schemas.microsoft.com/office/drawing/2014/main" id="{8F5ADDAB-4773-4880-C868-5354C8ED7EDB}"/>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22</a:t>
            </a:fld>
            <a:endParaRPr lang="nl-BE" altLang="nl-BE" dirty="0"/>
          </a:p>
        </p:txBody>
      </p:sp>
    </p:spTree>
    <p:extLst>
      <p:ext uri="{BB962C8B-B14F-4D97-AF65-F5344CB8AC3E}">
        <p14:creationId xmlns:p14="http://schemas.microsoft.com/office/powerpoint/2010/main" val="411193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23982DC8-F098-8143-AD72-27D1355FE007}"/>
              </a:ext>
            </a:extLst>
          </p:cNvPr>
          <p:cNvSpPr>
            <a:spLocks noGrp="1"/>
          </p:cNvSpPr>
          <p:nvPr>
            <p:ph sz="half" idx="1"/>
          </p:nvPr>
        </p:nvSpPr>
        <p:spPr>
          <a:xfrm>
            <a:off x="838199" y="1253331"/>
            <a:ext cx="5674620" cy="4351339"/>
          </a:xfrm>
        </p:spPr>
        <p:txBody>
          <a:bodyPr vert="horz" lIns="121920" tIns="60960" rIns="121920" bIns="60960" rtlCol="0" anchor="t">
            <a:normAutofit fontScale="62500" lnSpcReduction="20000"/>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lnSpc>
                <a:spcPct val="120000"/>
              </a:lnSpc>
              <a:buNone/>
            </a:pPr>
            <a:r>
              <a:rPr lang="nl-BE" sz="3200" dirty="0" err="1">
                <a:latin typeface="+mn-lt"/>
              </a:rPr>
              <a:t>Dear</a:t>
            </a:r>
            <a:r>
              <a:rPr lang="nl-BE" sz="3200" dirty="0">
                <a:latin typeface="+mn-lt"/>
              </a:rPr>
              <a:t> Mr. Williams,</a:t>
            </a:r>
          </a:p>
          <a:p>
            <a:pPr marL="0" indent="0">
              <a:lnSpc>
                <a:spcPct val="120000"/>
              </a:lnSpc>
              <a:buNone/>
            </a:pPr>
            <a:r>
              <a:rPr lang="nl-BE" sz="3200" dirty="0">
                <a:solidFill>
                  <a:schemeClr val="accent1"/>
                </a:solidFill>
                <a:latin typeface="+mn-lt"/>
                <a:cs typeface="Arial"/>
              </a:rPr>
              <a:t>It was </a:t>
            </a:r>
            <a:r>
              <a:rPr lang="nl-BE" sz="3200" err="1">
                <a:solidFill>
                  <a:schemeClr val="accent1"/>
                </a:solidFill>
                <a:latin typeface="+mn-lt"/>
                <a:cs typeface="Arial"/>
              </a:rPr>
              <a:t>very</a:t>
            </a:r>
            <a:r>
              <a:rPr lang="nl-BE" sz="3200" dirty="0">
                <a:solidFill>
                  <a:schemeClr val="accent1"/>
                </a:solidFill>
                <a:latin typeface="+mn-lt"/>
                <a:cs typeface="Arial"/>
              </a:rPr>
              <a:t> </a:t>
            </a:r>
            <a:r>
              <a:rPr lang="nl-BE" sz="3200" err="1">
                <a:solidFill>
                  <a:schemeClr val="accent1"/>
                </a:solidFill>
                <a:latin typeface="+mn-lt"/>
                <a:cs typeface="Arial"/>
              </a:rPr>
              <a:t>nice</a:t>
            </a:r>
            <a:r>
              <a:rPr lang="nl-BE" sz="3200" dirty="0">
                <a:solidFill>
                  <a:schemeClr val="accent1"/>
                </a:solidFill>
                <a:latin typeface="+mn-lt"/>
                <a:cs typeface="Arial"/>
              </a:rPr>
              <a:t> meeting </a:t>
            </a:r>
            <a:r>
              <a:rPr lang="nl-BE" sz="3200" err="1">
                <a:solidFill>
                  <a:schemeClr val="accent1"/>
                </a:solidFill>
                <a:latin typeface="+mn-lt"/>
                <a:cs typeface="Arial"/>
              </a:rPr>
              <a:t>you</a:t>
            </a:r>
            <a:r>
              <a:rPr lang="nl-BE" sz="3200" dirty="0">
                <a:solidFill>
                  <a:schemeClr val="accent1"/>
                </a:solidFill>
                <a:latin typeface="+mn-lt"/>
                <a:cs typeface="Arial"/>
              </a:rPr>
              <a:t> at </a:t>
            </a:r>
            <a:r>
              <a:rPr lang="nl-BE" sz="3200" err="1">
                <a:solidFill>
                  <a:schemeClr val="accent1"/>
                </a:solidFill>
                <a:latin typeface="+mn-lt"/>
                <a:cs typeface="Arial"/>
              </a:rPr>
              <a:t>the</a:t>
            </a:r>
            <a:r>
              <a:rPr lang="nl-BE" sz="3200" dirty="0">
                <a:solidFill>
                  <a:schemeClr val="accent1"/>
                </a:solidFill>
                <a:latin typeface="+mn-lt"/>
                <a:cs typeface="Arial"/>
              </a:rPr>
              <a:t> IT fair. I hope </a:t>
            </a:r>
            <a:r>
              <a:rPr lang="nl-BE" sz="3200" err="1">
                <a:solidFill>
                  <a:schemeClr val="accent1"/>
                </a:solidFill>
                <a:latin typeface="+mn-lt"/>
                <a:cs typeface="Arial"/>
              </a:rPr>
              <a:t>you</a:t>
            </a:r>
            <a:r>
              <a:rPr lang="nl-BE" sz="3200" dirty="0">
                <a:solidFill>
                  <a:schemeClr val="accent1"/>
                </a:solidFill>
                <a:latin typeface="+mn-lt"/>
                <a:cs typeface="Arial"/>
              </a:rPr>
              <a:t> had a </a:t>
            </a:r>
            <a:r>
              <a:rPr lang="nl-BE" sz="3200" err="1">
                <a:solidFill>
                  <a:schemeClr val="accent1"/>
                </a:solidFill>
                <a:latin typeface="+mn-lt"/>
                <a:cs typeface="Arial"/>
              </a:rPr>
              <a:t>smooth</a:t>
            </a:r>
            <a:r>
              <a:rPr lang="nl-BE" sz="3200" dirty="0">
                <a:solidFill>
                  <a:schemeClr val="accent1"/>
                </a:solidFill>
                <a:latin typeface="+mn-lt"/>
                <a:cs typeface="Arial"/>
              </a:rPr>
              <a:t> trip back </a:t>
            </a:r>
            <a:r>
              <a:rPr lang="nl-BE" sz="3200" err="1">
                <a:solidFill>
                  <a:schemeClr val="accent1"/>
                </a:solidFill>
                <a:latin typeface="+mn-lt"/>
                <a:cs typeface="Arial"/>
              </a:rPr>
              <a:t>to</a:t>
            </a:r>
            <a:r>
              <a:rPr lang="nl-BE" sz="3200" dirty="0">
                <a:solidFill>
                  <a:schemeClr val="accent1"/>
                </a:solidFill>
                <a:latin typeface="+mn-lt"/>
                <a:cs typeface="Arial"/>
              </a:rPr>
              <a:t> </a:t>
            </a:r>
            <a:r>
              <a:rPr lang="nl-BE" sz="3200" err="1">
                <a:solidFill>
                  <a:schemeClr val="accent1"/>
                </a:solidFill>
                <a:latin typeface="+mn-lt"/>
                <a:cs typeface="Arial"/>
              </a:rPr>
              <a:t>the</a:t>
            </a:r>
            <a:r>
              <a:rPr lang="nl-BE" sz="3200" dirty="0">
                <a:solidFill>
                  <a:schemeClr val="accent1"/>
                </a:solidFill>
                <a:latin typeface="+mn-lt"/>
                <a:cs typeface="Arial"/>
              </a:rPr>
              <a:t> UK. </a:t>
            </a:r>
            <a:endParaRPr lang="nl-BE" sz="3200" dirty="0">
              <a:solidFill>
                <a:schemeClr val="accent1"/>
              </a:solidFill>
              <a:latin typeface="+mn-lt"/>
              <a:ea typeface="Calibri"/>
              <a:cs typeface="Arial"/>
            </a:endParaRPr>
          </a:p>
          <a:p>
            <a:pPr marL="0" indent="0">
              <a:lnSpc>
                <a:spcPct val="120000"/>
              </a:lnSpc>
              <a:buNone/>
            </a:pPr>
            <a:r>
              <a:rPr lang="nl-BE" sz="3200" err="1">
                <a:latin typeface="+mn-lt"/>
                <a:cs typeface="Arial"/>
              </a:rPr>
              <a:t>Please</a:t>
            </a:r>
            <a:r>
              <a:rPr lang="nl-BE" sz="3200" dirty="0">
                <a:latin typeface="+mn-lt"/>
                <a:cs typeface="Arial"/>
              </a:rPr>
              <a:t> </a:t>
            </a:r>
            <a:r>
              <a:rPr lang="nl-BE" sz="3200" err="1">
                <a:latin typeface="+mn-lt"/>
                <a:cs typeface="Arial"/>
              </a:rPr>
              <a:t>find</a:t>
            </a:r>
            <a:r>
              <a:rPr lang="nl-BE" sz="3200" dirty="0">
                <a:latin typeface="+mn-lt"/>
                <a:cs typeface="Arial"/>
              </a:rPr>
              <a:t> </a:t>
            </a:r>
            <a:r>
              <a:rPr lang="nl-BE" sz="3200" err="1">
                <a:latin typeface="+mn-lt"/>
                <a:cs typeface="Arial"/>
              </a:rPr>
              <a:t>attached</a:t>
            </a:r>
            <a:r>
              <a:rPr lang="nl-BE" sz="3200" dirty="0">
                <a:latin typeface="+mn-lt"/>
                <a:cs typeface="Arial"/>
              </a:rPr>
              <a:t> a document </a:t>
            </a:r>
            <a:r>
              <a:rPr lang="nl-BE" sz="3200" err="1">
                <a:latin typeface="+mn-lt"/>
                <a:cs typeface="Arial"/>
              </a:rPr>
              <a:t>with</a:t>
            </a:r>
            <a:r>
              <a:rPr lang="nl-BE" sz="3200" dirty="0">
                <a:latin typeface="+mn-lt"/>
                <a:cs typeface="Arial"/>
              </a:rPr>
              <a:t> information </a:t>
            </a:r>
            <a:r>
              <a:rPr lang="nl-BE" sz="3200" err="1">
                <a:latin typeface="+mn-lt"/>
                <a:cs typeface="Arial"/>
              </a:rPr>
              <a:t>about</a:t>
            </a:r>
            <a:r>
              <a:rPr lang="nl-BE" sz="3200" dirty="0">
                <a:latin typeface="+mn-lt"/>
                <a:cs typeface="Arial"/>
              </a:rPr>
              <a:t> </a:t>
            </a:r>
            <a:r>
              <a:rPr lang="nl-BE" sz="3200" err="1">
                <a:latin typeface="+mn-lt"/>
                <a:cs typeface="Arial"/>
              </a:rPr>
              <a:t>Novacup</a:t>
            </a:r>
            <a:r>
              <a:rPr lang="nl-BE" sz="3200" dirty="0">
                <a:latin typeface="+mn-lt"/>
                <a:cs typeface="Arial"/>
              </a:rPr>
              <a:t>. Samantha Lewis is </a:t>
            </a:r>
            <a:r>
              <a:rPr lang="nl-BE" sz="3200" err="1">
                <a:latin typeface="+mn-lt"/>
                <a:cs typeface="Arial"/>
              </a:rPr>
              <a:t>our</a:t>
            </a:r>
            <a:r>
              <a:rPr lang="nl-BE" sz="3200" dirty="0">
                <a:latin typeface="+mn-lt"/>
                <a:cs typeface="Arial"/>
              </a:rPr>
              <a:t> </a:t>
            </a:r>
            <a:r>
              <a:rPr lang="nl-BE" sz="3200" err="1">
                <a:latin typeface="+mn-lt"/>
                <a:cs typeface="Arial"/>
              </a:rPr>
              <a:t>purchasing</a:t>
            </a:r>
            <a:r>
              <a:rPr lang="nl-BE" sz="3200" dirty="0">
                <a:latin typeface="+mn-lt"/>
                <a:cs typeface="Arial"/>
              </a:rPr>
              <a:t> manager; </a:t>
            </a:r>
            <a:r>
              <a:rPr lang="nl-BE" sz="3200" err="1">
                <a:latin typeface="+mn-lt"/>
                <a:cs typeface="Arial"/>
              </a:rPr>
              <a:t>I’m</a:t>
            </a:r>
            <a:r>
              <a:rPr lang="nl-BE" sz="3200" dirty="0">
                <a:latin typeface="+mn-lt"/>
                <a:cs typeface="Arial"/>
              </a:rPr>
              <a:t> </a:t>
            </a:r>
            <a:r>
              <a:rPr lang="nl-BE" sz="3200" err="1">
                <a:latin typeface="+mn-lt"/>
                <a:cs typeface="Arial"/>
              </a:rPr>
              <a:t>copying</a:t>
            </a:r>
            <a:r>
              <a:rPr lang="nl-BE" sz="3200" dirty="0">
                <a:latin typeface="+mn-lt"/>
                <a:cs typeface="Arial"/>
              </a:rPr>
              <a:t> her in on </a:t>
            </a:r>
            <a:r>
              <a:rPr lang="nl-BE" sz="3200" err="1">
                <a:latin typeface="+mn-lt"/>
                <a:cs typeface="Arial"/>
              </a:rPr>
              <a:t>this</a:t>
            </a:r>
            <a:r>
              <a:rPr lang="nl-BE" sz="3200" dirty="0">
                <a:latin typeface="+mn-lt"/>
                <a:cs typeface="Arial"/>
              </a:rPr>
              <a:t>. I </a:t>
            </a:r>
            <a:r>
              <a:rPr lang="nl-BE" sz="3200" err="1">
                <a:latin typeface="+mn-lt"/>
                <a:cs typeface="Arial"/>
              </a:rPr>
              <a:t>will</a:t>
            </a:r>
            <a:r>
              <a:rPr lang="nl-BE" sz="3200" dirty="0">
                <a:latin typeface="+mn-lt"/>
                <a:cs typeface="Arial"/>
              </a:rPr>
              <a:t> </a:t>
            </a:r>
            <a:r>
              <a:rPr lang="nl-BE" sz="3200" err="1">
                <a:latin typeface="+mn-lt"/>
                <a:cs typeface="Arial"/>
              </a:rPr>
              <a:t>also</a:t>
            </a:r>
            <a:r>
              <a:rPr lang="nl-BE" sz="3200" dirty="0">
                <a:latin typeface="+mn-lt"/>
                <a:cs typeface="Arial"/>
              </a:rPr>
              <a:t> forward </a:t>
            </a:r>
            <a:r>
              <a:rPr lang="nl-BE" sz="3200" err="1">
                <a:latin typeface="+mn-lt"/>
                <a:cs typeface="Arial"/>
              </a:rPr>
              <a:t>your</a:t>
            </a:r>
            <a:r>
              <a:rPr lang="nl-BE" sz="3200" dirty="0">
                <a:latin typeface="+mn-lt"/>
                <a:cs typeface="Arial"/>
              </a:rPr>
              <a:t> details </a:t>
            </a:r>
            <a:r>
              <a:rPr lang="nl-BE" sz="3200" err="1">
                <a:latin typeface="+mn-lt"/>
                <a:cs typeface="Arial"/>
              </a:rPr>
              <a:t>to</a:t>
            </a:r>
            <a:r>
              <a:rPr lang="nl-BE" sz="3200" dirty="0">
                <a:latin typeface="+mn-lt"/>
                <a:cs typeface="Arial"/>
              </a:rPr>
              <a:t> </a:t>
            </a:r>
            <a:r>
              <a:rPr lang="nl-BE" sz="3200" err="1">
                <a:latin typeface="+mn-lt"/>
                <a:cs typeface="Arial"/>
              </a:rPr>
              <a:t>Mrs</a:t>
            </a:r>
            <a:r>
              <a:rPr lang="nl-BE" sz="3200" dirty="0">
                <a:latin typeface="+mn-lt"/>
                <a:cs typeface="Arial"/>
              </a:rPr>
              <a:t> </a:t>
            </a:r>
            <a:r>
              <a:rPr lang="nl-BE" sz="3200" err="1">
                <a:latin typeface="+mn-lt"/>
                <a:cs typeface="Arial"/>
              </a:rPr>
              <a:t>Howard</a:t>
            </a:r>
            <a:r>
              <a:rPr lang="nl-BE" sz="3200" dirty="0">
                <a:latin typeface="+mn-lt"/>
                <a:cs typeface="Arial"/>
              </a:rPr>
              <a:t>, </a:t>
            </a:r>
            <a:r>
              <a:rPr lang="nl-BE" sz="3200" err="1">
                <a:latin typeface="+mn-lt"/>
                <a:cs typeface="Arial"/>
              </a:rPr>
              <a:t>our</a:t>
            </a:r>
            <a:r>
              <a:rPr lang="nl-BE" sz="3200" dirty="0">
                <a:latin typeface="+mn-lt"/>
                <a:cs typeface="Arial"/>
              </a:rPr>
              <a:t> CEO. </a:t>
            </a:r>
            <a:endParaRPr lang="nl-BE" sz="3200" dirty="0">
              <a:latin typeface="+mn-lt"/>
            </a:endParaRPr>
          </a:p>
          <a:p>
            <a:pPr marL="0" indent="0">
              <a:lnSpc>
                <a:spcPct val="120000"/>
              </a:lnSpc>
              <a:buNone/>
            </a:pPr>
            <a:r>
              <a:rPr lang="nl-BE" sz="3200" err="1">
                <a:latin typeface="+mn-lt"/>
              </a:rPr>
              <a:t>Please</a:t>
            </a:r>
            <a:r>
              <a:rPr lang="nl-BE" sz="3200" dirty="0">
                <a:latin typeface="+mn-lt"/>
              </a:rPr>
              <a:t> </a:t>
            </a:r>
            <a:r>
              <a:rPr lang="nl-BE" sz="3200" err="1">
                <a:latin typeface="+mn-lt"/>
              </a:rPr>
              <a:t>don’t</a:t>
            </a:r>
            <a:r>
              <a:rPr lang="nl-BE" sz="3200" dirty="0">
                <a:latin typeface="+mn-lt"/>
              </a:rPr>
              <a:t> </a:t>
            </a:r>
            <a:r>
              <a:rPr lang="nl-BE" sz="3200" err="1">
                <a:latin typeface="+mn-lt"/>
              </a:rPr>
              <a:t>hesitate</a:t>
            </a:r>
            <a:r>
              <a:rPr lang="nl-BE" sz="3200" dirty="0">
                <a:latin typeface="+mn-lt"/>
              </a:rPr>
              <a:t> </a:t>
            </a:r>
            <a:r>
              <a:rPr lang="nl-BE" sz="3200" err="1">
                <a:latin typeface="+mn-lt"/>
              </a:rPr>
              <a:t>to</a:t>
            </a:r>
            <a:r>
              <a:rPr lang="nl-BE" sz="3200" dirty="0">
                <a:latin typeface="+mn-lt"/>
              </a:rPr>
              <a:t> contact me </a:t>
            </a:r>
            <a:r>
              <a:rPr lang="nl-BE" sz="3200" err="1">
                <a:latin typeface="+mn-lt"/>
              </a:rPr>
              <a:t>if</a:t>
            </a:r>
            <a:r>
              <a:rPr lang="nl-BE" sz="3200" dirty="0">
                <a:latin typeface="+mn-lt"/>
              </a:rPr>
              <a:t> </a:t>
            </a:r>
            <a:r>
              <a:rPr lang="nl-BE" sz="3200" err="1">
                <a:latin typeface="+mn-lt"/>
              </a:rPr>
              <a:t>you</a:t>
            </a:r>
            <a:r>
              <a:rPr lang="nl-BE" sz="3200" dirty="0">
                <a:latin typeface="+mn-lt"/>
              </a:rPr>
              <a:t> </a:t>
            </a:r>
            <a:r>
              <a:rPr lang="nl-BE" sz="3200" err="1">
                <a:latin typeface="+mn-lt"/>
              </a:rPr>
              <a:t>require</a:t>
            </a:r>
            <a:r>
              <a:rPr lang="nl-BE" sz="3200" dirty="0">
                <a:latin typeface="+mn-lt"/>
              </a:rPr>
              <a:t> </a:t>
            </a:r>
            <a:r>
              <a:rPr lang="nl-BE" sz="3200" err="1">
                <a:latin typeface="+mn-lt"/>
              </a:rPr>
              <a:t>any</a:t>
            </a:r>
            <a:r>
              <a:rPr lang="nl-BE" sz="3200" dirty="0">
                <a:latin typeface="+mn-lt"/>
              </a:rPr>
              <a:t> </a:t>
            </a:r>
            <a:r>
              <a:rPr lang="nl-BE" sz="3200" err="1">
                <a:latin typeface="+mn-lt"/>
              </a:rPr>
              <a:t>other</a:t>
            </a:r>
            <a:r>
              <a:rPr lang="nl-BE" sz="3200" dirty="0">
                <a:latin typeface="+mn-lt"/>
              </a:rPr>
              <a:t> information. </a:t>
            </a:r>
          </a:p>
          <a:p>
            <a:pPr indent="0">
              <a:lnSpc>
                <a:spcPct val="120000"/>
              </a:lnSpc>
              <a:buNone/>
            </a:pPr>
            <a:r>
              <a:rPr lang="nl-BE" sz="3200" dirty="0">
                <a:latin typeface="+mn-lt"/>
              </a:rPr>
              <a:t>Best </a:t>
            </a:r>
            <a:r>
              <a:rPr lang="nl-BE" sz="3200" dirty="0" err="1">
                <a:latin typeface="+mn-lt"/>
              </a:rPr>
              <a:t>regards</a:t>
            </a:r>
            <a:r>
              <a:rPr lang="nl-BE" sz="3200" dirty="0">
                <a:latin typeface="+mn-lt"/>
              </a:rPr>
              <a:t>,</a:t>
            </a:r>
            <a:br>
              <a:rPr lang="nl-BE" sz="3200" dirty="0">
                <a:latin typeface="+mn-lt"/>
              </a:rPr>
            </a:br>
            <a:r>
              <a:rPr lang="nl-BE" sz="3200" dirty="0"/>
              <a:t>Natasha Romanoff</a:t>
            </a:r>
            <a:endParaRPr lang="nl-BE" sz="3200" dirty="0">
              <a:latin typeface="+mn-lt"/>
              <a:ea typeface="Calibri"/>
              <a:cs typeface="Calibri"/>
            </a:endParaRPr>
          </a:p>
          <a:p>
            <a:pPr marL="0" indent="0">
              <a:lnSpc>
                <a:spcPct val="120000"/>
              </a:lnSpc>
              <a:buNone/>
            </a:pPr>
            <a:r>
              <a:rPr lang="nl-BE" sz="3200" dirty="0">
                <a:latin typeface="+mn-lt"/>
              </a:rPr>
              <a:t>1 IT6a  </a:t>
            </a:r>
          </a:p>
          <a:p>
            <a:pPr marL="0" indent="0">
              <a:buNone/>
            </a:pPr>
            <a:endParaRPr lang="nl-BE" dirty="0"/>
          </a:p>
        </p:txBody>
      </p:sp>
      <p:sp>
        <p:nvSpPr>
          <p:cNvPr id="4" name="Tijdelijke aanduiding voor inhoud 3">
            <a:extLst>
              <a:ext uri="{FF2B5EF4-FFF2-40B4-BE49-F238E27FC236}">
                <a16:creationId xmlns:a16="http://schemas.microsoft.com/office/drawing/2014/main" id="{9DF0EF8E-2749-764B-8A04-6C55439D5FBC}"/>
              </a:ext>
            </a:extLst>
          </p:cNvPr>
          <p:cNvSpPr>
            <a:spLocks noGrp="1"/>
          </p:cNvSpPr>
          <p:nvPr>
            <p:ph sz="half" idx="2"/>
          </p:nvPr>
        </p:nvSpPr>
        <p:spPr>
          <a:xfrm>
            <a:off x="7065107" y="1253331"/>
            <a:ext cx="4288692" cy="4351339"/>
          </a:xfrm>
        </p:spPr>
        <p:txBody>
          <a:bodyPr>
            <a:norm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buNone/>
            </a:pPr>
            <a:r>
              <a:rPr lang="nl-BE" dirty="0">
                <a:solidFill>
                  <a:schemeClr val="accent1"/>
                </a:solidFill>
              </a:rPr>
              <a:t>2. Opening</a:t>
            </a:r>
          </a:p>
          <a:p>
            <a:pPr marL="0" indent="0">
              <a:buNone/>
            </a:pPr>
            <a:endParaRPr lang="nl-BE" dirty="0">
              <a:solidFill>
                <a:schemeClr val="accent1"/>
              </a:solidFill>
            </a:endParaRPr>
          </a:p>
          <a:p>
            <a:pPr marL="0" indent="0">
              <a:buNone/>
            </a:pPr>
            <a:r>
              <a:rPr lang="nl-BE" sz="2400" dirty="0">
                <a:solidFill>
                  <a:schemeClr val="tx2"/>
                </a:solidFill>
              </a:rPr>
              <a:t>Say something nice, or say thank you for something (for a previous email for example)</a:t>
            </a:r>
          </a:p>
          <a:p>
            <a:pPr marL="0" indent="0">
              <a:buNone/>
            </a:pPr>
            <a:r>
              <a:rPr lang="nl-BE" sz="2400" dirty="0">
                <a:solidFill>
                  <a:schemeClr val="tx2"/>
                </a:solidFill>
              </a:rPr>
              <a:t>Yes, you want to please here!</a:t>
            </a:r>
          </a:p>
        </p:txBody>
      </p:sp>
      <p:cxnSp>
        <p:nvCxnSpPr>
          <p:cNvPr id="9" name="Rechte verbindingslijn 8">
            <a:extLst>
              <a:ext uri="{FF2B5EF4-FFF2-40B4-BE49-F238E27FC236}">
                <a16:creationId xmlns:a16="http://schemas.microsoft.com/office/drawing/2014/main" id="{11ED3111-9AE2-D346-8D1E-62A1EF0C6038}"/>
              </a:ext>
            </a:extLst>
          </p:cNvPr>
          <p:cNvCxnSpPr/>
          <p:nvPr/>
        </p:nvCxnSpPr>
        <p:spPr>
          <a:xfrm>
            <a:off x="6700389" y="1500553"/>
            <a:ext cx="0" cy="3866011"/>
          </a:xfrm>
          <a:prstGeom prst="line">
            <a:avLst/>
          </a:prstGeom>
          <a:ln w="95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Rectangle 1">
            <a:extLst>
              <a:ext uri="{FF2B5EF4-FFF2-40B4-BE49-F238E27FC236}">
                <a16:creationId xmlns:a16="http://schemas.microsoft.com/office/drawing/2014/main" id="{CB749297-D361-9928-D57E-8828194F32C7}"/>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11" name="Tijdelijke aanduiding voor dianummer 3">
            <a:extLst>
              <a:ext uri="{FF2B5EF4-FFF2-40B4-BE49-F238E27FC236}">
                <a16:creationId xmlns:a16="http://schemas.microsoft.com/office/drawing/2014/main" id="{9A6905B5-460E-4109-A5B3-657402CE1DE3}"/>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23</a:t>
            </a:fld>
            <a:endParaRPr lang="nl-BE" altLang="nl-BE" dirty="0"/>
          </a:p>
        </p:txBody>
      </p:sp>
    </p:spTree>
    <p:extLst>
      <p:ext uri="{BB962C8B-B14F-4D97-AF65-F5344CB8AC3E}">
        <p14:creationId xmlns:p14="http://schemas.microsoft.com/office/powerpoint/2010/main" val="418109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inhoud 10">
            <a:extLst>
              <a:ext uri="{FF2B5EF4-FFF2-40B4-BE49-F238E27FC236}">
                <a16:creationId xmlns:a16="http://schemas.microsoft.com/office/drawing/2014/main" id="{DCCF87E9-7D75-8341-B948-A8DF07342552}"/>
              </a:ext>
            </a:extLst>
          </p:cNvPr>
          <p:cNvSpPr>
            <a:spLocks noGrp="1"/>
          </p:cNvSpPr>
          <p:nvPr>
            <p:ph sz="half" idx="1"/>
          </p:nvPr>
        </p:nvSpPr>
        <p:spPr>
          <a:xfrm>
            <a:off x="544516" y="1177131"/>
            <a:ext cx="6067973" cy="5060813"/>
          </a:xfrm>
        </p:spPr>
        <p:txBody>
          <a:bodyPr vert="horz" lIns="121920" tIns="60960" rIns="121920" bIns="60960" rtlCol="0" anchor="t">
            <a:normAutofit fontScale="70000" lnSpcReduction="20000"/>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lnSpc>
                <a:spcPct val="120000"/>
              </a:lnSpc>
              <a:buNone/>
            </a:pPr>
            <a:r>
              <a:rPr lang="nl-BE" sz="3200" dirty="0" err="1">
                <a:latin typeface="+mn-lt"/>
              </a:rPr>
              <a:t>Dear</a:t>
            </a:r>
            <a:r>
              <a:rPr lang="nl-BE" sz="3200" dirty="0">
                <a:latin typeface="+mn-lt"/>
              </a:rPr>
              <a:t> Mr. Williams,</a:t>
            </a:r>
          </a:p>
          <a:p>
            <a:pPr marL="0" indent="0">
              <a:lnSpc>
                <a:spcPct val="120000"/>
              </a:lnSpc>
              <a:buNone/>
            </a:pPr>
            <a:r>
              <a:rPr lang="nl-BE" sz="3200" dirty="0">
                <a:latin typeface="+mn-lt"/>
                <a:cs typeface="Arial"/>
              </a:rPr>
              <a:t>It was </a:t>
            </a:r>
            <a:r>
              <a:rPr lang="nl-BE" sz="3200" err="1">
                <a:latin typeface="+mn-lt"/>
                <a:cs typeface="Arial"/>
              </a:rPr>
              <a:t>very</a:t>
            </a:r>
            <a:r>
              <a:rPr lang="nl-BE" sz="3200" dirty="0">
                <a:latin typeface="+mn-lt"/>
                <a:cs typeface="Arial"/>
              </a:rPr>
              <a:t> </a:t>
            </a:r>
            <a:r>
              <a:rPr lang="nl-BE" sz="3200" err="1">
                <a:latin typeface="+mn-lt"/>
                <a:cs typeface="Arial"/>
              </a:rPr>
              <a:t>nice</a:t>
            </a:r>
            <a:r>
              <a:rPr lang="nl-BE" sz="3200" dirty="0">
                <a:latin typeface="+mn-lt"/>
                <a:cs typeface="Arial"/>
              </a:rPr>
              <a:t> meeting </a:t>
            </a:r>
            <a:r>
              <a:rPr lang="nl-BE" sz="3200" err="1">
                <a:latin typeface="+mn-lt"/>
                <a:cs typeface="Arial"/>
              </a:rPr>
              <a:t>you</a:t>
            </a:r>
            <a:r>
              <a:rPr lang="nl-BE" sz="3200" dirty="0">
                <a:latin typeface="+mn-lt"/>
                <a:cs typeface="Arial"/>
              </a:rPr>
              <a:t> at </a:t>
            </a:r>
            <a:r>
              <a:rPr lang="nl-BE" sz="3200" err="1">
                <a:latin typeface="+mn-lt"/>
                <a:cs typeface="Arial"/>
              </a:rPr>
              <a:t>the</a:t>
            </a:r>
            <a:r>
              <a:rPr lang="nl-BE" sz="3200" dirty="0">
                <a:latin typeface="+mn-lt"/>
                <a:cs typeface="Arial"/>
              </a:rPr>
              <a:t> IT fair. I hope </a:t>
            </a:r>
            <a:r>
              <a:rPr lang="nl-BE" sz="3200" err="1">
                <a:latin typeface="+mn-lt"/>
                <a:cs typeface="Arial"/>
              </a:rPr>
              <a:t>you</a:t>
            </a:r>
            <a:r>
              <a:rPr lang="nl-BE" sz="3200" dirty="0">
                <a:latin typeface="+mn-lt"/>
                <a:cs typeface="Arial"/>
              </a:rPr>
              <a:t> had a </a:t>
            </a:r>
            <a:r>
              <a:rPr lang="nl-BE" sz="3200" err="1">
                <a:latin typeface="+mn-lt"/>
                <a:cs typeface="Arial"/>
              </a:rPr>
              <a:t>smooth</a:t>
            </a:r>
            <a:r>
              <a:rPr lang="nl-BE" sz="3200" dirty="0">
                <a:latin typeface="+mn-lt"/>
                <a:cs typeface="Arial"/>
              </a:rPr>
              <a:t> trip back </a:t>
            </a:r>
            <a:r>
              <a:rPr lang="nl-BE" sz="3200" err="1">
                <a:latin typeface="+mn-lt"/>
                <a:cs typeface="Arial"/>
              </a:rPr>
              <a:t>to</a:t>
            </a:r>
            <a:r>
              <a:rPr lang="nl-BE" sz="3200" dirty="0">
                <a:latin typeface="+mn-lt"/>
                <a:cs typeface="Arial"/>
              </a:rPr>
              <a:t> </a:t>
            </a:r>
            <a:r>
              <a:rPr lang="nl-BE" sz="3200" err="1">
                <a:latin typeface="+mn-lt"/>
                <a:cs typeface="Arial"/>
              </a:rPr>
              <a:t>the</a:t>
            </a:r>
            <a:r>
              <a:rPr lang="nl-BE" sz="3200" dirty="0">
                <a:latin typeface="+mn-lt"/>
                <a:cs typeface="Arial"/>
              </a:rPr>
              <a:t> UK. </a:t>
            </a:r>
          </a:p>
          <a:p>
            <a:pPr marL="0" indent="0">
              <a:lnSpc>
                <a:spcPct val="120000"/>
              </a:lnSpc>
              <a:buNone/>
            </a:pPr>
            <a:r>
              <a:rPr lang="nl-BE" sz="3200" err="1">
                <a:solidFill>
                  <a:schemeClr val="accent1"/>
                </a:solidFill>
                <a:latin typeface="+mn-lt"/>
                <a:cs typeface="Arial"/>
              </a:rPr>
              <a:t>Please</a:t>
            </a:r>
            <a:r>
              <a:rPr lang="nl-BE" sz="3200" dirty="0">
                <a:solidFill>
                  <a:schemeClr val="accent1"/>
                </a:solidFill>
                <a:latin typeface="+mn-lt"/>
                <a:cs typeface="Arial"/>
              </a:rPr>
              <a:t> </a:t>
            </a:r>
            <a:r>
              <a:rPr lang="nl-BE" sz="3200" err="1">
                <a:solidFill>
                  <a:schemeClr val="accent1"/>
                </a:solidFill>
                <a:latin typeface="+mn-lt"/>
                <a:cs typeface="Arial"/>
              </a:rPr>
              <a:t>find</a:t>
            </a:r>
            <a:r>
              <a:rPr lang="nl-BE" sz="3200" dirty="0">
                <a:solidFill>
                  <a:schemeClr val="accent1"/>
                </a:solidFill>
                <a:latin typeface="+mn-lt"/>
                <a:cs typeface="Arial"/>
              </a:rPr>
              <a:t> </a:t>
            </a:r>
            <a:r>
              <a:rPr lang="nl-BE" sz="3200" err="1">
                <a:solidFill>
                  <a:schemeClr val="accent1"/>
                </a:solidFill>
                <a:latin typeface="+mn-lt"/>
                <a:cs typeface="Arial"/>
              </a:rPr>
              <a:t>attached</a:t>
            </a:r>
            <a:r>
              <a:rPr lang="nl-BE" sz="3200" dirty="0">
                <a:solidFill>
                  <a:schemeClr val="accent1"/>
                </a:solidFill>
                <a:latin typeface="+mn-lt"/>
                <a:cs typeface="Arial"/>
              </a:rPr>
              <a:t> a document </a:t>
            </a:r>
            <a:r>
              <a:rPr lang="nl-BE" sz="3200" err="1">
                <a:solidFill>
                  <a:schemeClr val="accent1"/>
                </a:solidFill>
                <a:latin typeface="+mn-lt"/>
                <a:cs typeface="Arial"/>
              </a:rPr>
              <a:t>with</a:t>
            </a:r>
            <a:r>
              <a:rPr lang="nl-BE" sz="3200" dirty="0">
                <a:solidFill>
                  <a:schemeClr val="accent1"/>
                </a:solidFill>
                <a:latin typeface="+mn-lt"/>
                <a:cs typeface="Arial"/>
              </a:rPr>
              <a:t> information </a:t>
            </a:r>
            <a:r>
              <a:rPr lang="nl-BE" sz="3200" err="1">
                <a:solidFill>
                  <a:schemeClr val="accent1"/>
                </a:solidFill>
                <a:latin typeface="+mn-lt"/>
                <a:cs typeface="Arial"/>
              </a:rPr>
              <a:t>about</a:t>
            </a:r>
            <a:r>
              <a:rPr lang="nl-BE" sz="3200" dirty="0">
                <a:solidFill>
                  <a:schemeClr val="accent1"/>
                </a:solidFill>
                <a:latin typeface="+mn-lt"/>
                <a:cs typeface="Arial"/>
              </a:rPr>
              <a:t> </a:t>
            </a:r>
            <a:r>
              <a:rPr lang="nl-BE" sz="3200" err="1">
                <a:solidFill>
                  <a:schemeClr val="accent1"/>
                </a:solidFill>
                <a:latin typeface="+mn-lt"/>
                <a:cs typeface="Arial"/>
              </a:rPr>
              <a:t>Novacup</a:t>
            </a:r>
            <a:r>
              <a:rPr lang="nl-BE" sz="3200" dirty="0">
                <a:solidFill>
                  <a:schemeClr val="accent1"/>
                </a:solidFill>
                <a:latin typeface="+mn-lt"/>
                <a:cs typeface="Arial"/>
              </a:rPr>
              <a:t>. Samantha Lewis is </a:t>
            </a:r>
            <a:r>
              <a:rPr lang="nl-BE" sz="3200" err="1">
                <a:solidFill>
                  <a:schemeClr val="accent1"/>
                </a:solidFill>
                <a:latin typeface="+mn-lt"/>
                <a:cs typeface="Arial"/>
              </a:rPr>
              <a:t>our</a:t>
            </a:r>
            <a:r>
              <a:rPr lang="nl-BE" sz="3200" dirty="0">
                <a:solidFill>
                  <a:schemeClr val="accent1"/>
                </a:solidFill>
                <a:latin typeface="+mn-lt"/>
                <a:cs typeface="Arial"/>
              </a:rPr>
              <a:t> </a:t>
            </a:r>
            <a:r>
              <a:rPr lang="nl-BE" sz="3200" err="1">
                <a:solidFill>
                  <a:schemeClr val="accent1"/>
                </a:solidFill>
                <a:latin typeface="+mn-lt"/>
                <a:cs typeface="Arial"/>
              </a:rPr>
              <a:t>purchasing</a:t>
            </a:r>
            <a:r>
              <a:rPr lang="nl-BE" sz="3200" dirty="0">
                <a:solidFill>
                  <a:schemeClr val="accent1"/>
                </a:solidFill>
                <a:latin typeface="+mn-lt"/>
                <a:cs typeface="Arial"/>
              </a:rPr>
              <a:t> manager; </a:t>
            </a:r>
            <a:r>
              <a:rPr lang="nl-BE" sz="3200" err="1">
                <a:solidFill>
                  <a:schemeClr val="accent1"/>
                </a:solidFill>
                <a:latin typeface="+mn-lt"/>
                <a:cs typeface="Arial"/>
              </a:rPr>
              <a:t>I’m</a:t>
            </a:r>
            <a:r>
              <a:rPr lang="nl-BE" sz="3200" dirty="0">
                <a:solidFill>
                  <a:schemeClr val="accent1"/>
                </a:solidFill>
                <a:latin typeface="+mn-lt"/>
                <a:cs typeface="Arial"/>
              </a:rPr>
              <a:t> </a:t>
            </a:r>
            <a:r>
              <a:rPr lang="nl-BE" sz="3200" err="1">
                <a:solidFill>
                  <a:schemeClr val="accent1"/>
                </a:solidFill>
                <a:latin typeface="+mn-lt"/>
                <a:cs typeface="Arial"/>
              </a:rPr>
              <a:t>copying</a:t>
            </a:r>
            <a:r>
              <a:rPr lang="nl-BE" sz="3200" dirty="0">
                <a:solidFill>
                  <a:schemeClr val="accent1"/>
                </a:solidFill>
                <a:latin typeface="+mn-lt"/>
                <a:cs typeface="Arial"/>
              </a:rPr>
              <a:t> her in on </a:t>
            </a:r>
            <a:r>
              <a:rPr lang="nl-BE" sz="3200" err="1">
                <a:solidFill>
                  <a:schemeClr val="accent1"/>
                </a:solidFill>
                <a:latin typeface="+mn-lt"/>
                <a:cs typeface="Arial"/>
              </a:rPr>
              <a:t>this</a:t>
            </a:r>
            <a:r>
              <a:rPr lang="nl-BE" sz="3200" dirty="0">
                <a:solidFill>
                  <a:schemeClr val="accent1"/>
                </a:solidFill>
                <a:latin typeface="+mn-lt"/>
                <a:cs typeface="Arial"/>
              </a:rPr>
              <a:t>. I </a:t>
            </a:r>
            <a:r>
              <a:rPr lang="nl-BE" sz="3200" err="1">
                <a:solidFill>
                  <a:schemeClr val="accent1"/>
                </a:solidFill>
                <a:latin typeface="+mn-lt"/>
                <a:cs typeface="Arial"/>
              </a:rPr>
              <a:t>will</a:t>
            </a:r>
            <a:r>
              <a:rPr lang="nl-BE" sz="3200" dirty="0">
                <a:solidFill>
                  <a:schemeClr val="accent1"/>
                </a:solidFill>
                <a:latin typeface="+mn-lt"/>
                <a:cs typeface="Arial"/>
              </a:rPr>
              <a:t> </a:t>
            </a:r>
            <a:r>
              <a:rPr lang="nl-BE" sz="3200" err="1">
                <a:solidFill>
                  <a:schemeClr val="accent1"/>
                </a:solidFill>
                <a:latin typeface="+mn-lt"/>
                <a:cs typeface="Arial"/>
              </a:rPr>
              <a:t>also</a:t>
            </a:r>
            <a:r>
              <a:rPr lang="nl-BE" sz="3200" dirty="0">
                <a:solidFill>
                  <a:schemeClr val="accent1"/>
                </a:solidFill>
                <a:latin typeface="+mn-lt"/>
                <a:cs typeface="Arial"/>
              </a:rPr>
              <a:t> forward </a:t>
            </a:r>
            <a:r>
              <a:rPr lang="nl-BE" sz="3200" err="1">
                <a:solidFill>
                  <a:schemeClr val="accent1"/>
                </a:solidFill>
                <a:latin typeface="+mn-lt"/>
                <a:cs typeface="Arial"/>
              </a:rPr>
              <a:t>your</a:t>
            </a:r>
            <a:r>
              <a:rPr lang="nl-BE" sz="3200" dirty="0">
                <a:solidFill>
                  <a:schemeClr val="accent1"/>
                </a:solidFill>
                <a:latin typeface="+mn-lt"/>
                <a:cs typeface="Arial"/>
              </a:rPr>
              <a:t> details </a:t>
            </a:r>
            <a:r>
              <a:rPr lang="nl-BE" sz="3200" err="1">
                <a:solidFill>
                  <a:schemeClr val="accent1"/>
                </a:solidFill>
                <a:latin typeface="+mn-lt"/>
                <a:cs typeface="Arial"/>
              </a:rPr>
              <a:t>to</a:t>
            </a:r>
            <a:r>
              <a:rPr lang="nl-BE" sz="3200" dirty="0">
                <a:solidFill>
                  <a:schemeClr val="accent1"/>
                </a:solidFill>
                <a:latin typeface="+mn-lt"/>
                <a:cs typeface="Arial"/>
              </a:rPr>
              <a:t> </a:t>
            </a:r>
            <a:r>
              <a:rPr lang="nl-BE" sz="3200" err="1">
                <a:solidFill>
                  <a:schemeClr val="accent1"/>
                </a:solidFill>
                <a:latin typeface="+mn-lt"/>
                <a:cs typeface="Arial"/>
              </a:rPr>
              <a:t>Mrs</a:t>
            </a:r>
            <a:r>
              <a:rPr lang="nl-BE" sz="3200" dirty="0">
                <a:solidFill>
                  <a:schemeClr val="accent1"/>
                </a:solidFill>
                <a:latin typeface="+mn-lt"/>
                <a:cs typeface="Arial"/>
              </a:rPr>
              <a:t> </a:t>
            </a:r>
            <a:r>
              <a:rPr lang="nl-BE" sz="3200" err="1">
                <a:solidFill>
                  <a:schemeClr val="accent1"/>
                </a:solidFill>
                <a:latin typeface="+mn-lt"/>
                <a:cs typeface="Arial"/>
              </a:rPr>
              <a:t>Howard</a:t>
            </a:r>
            <a:r>
              <a:rPr lang="nl-BE" sz="3200" dirty="0">
                <a:solidFill>
                  <a:schemeClr val="accent1"/>
                </a:solidFill>
                <a:latin typeface="+mn-lt"/>
                <a:cs typeface="Arial"/>
              </a:rPr>
              <a:t>, </a:t>
            </a:r>
            <a:r>
              <a:rPr lang="nl-BE" sz="3200" err="1">
                <a:solidFill>
                  <a:schemeClr val="accent1"/>
                </a:solidFill>
                <a:latin typeface="+mn-lt"/>
                <a:cs typeface="Arial"/>
              </a:rPr>
              <a:t>our</a:t>
            </a:r>
            <a:r>
              <a:rPr lang="nl-BE" sz="3200" dirty="0">
                <a:solidFill>
                  <a:schemeClr val="accent1"/>
                </a:solidFill>
                <a:latin typeface="+mn-lt"/>
                <a:cs typeface="Arial"/>
              </a:rPr>
              <a:t> CEO. </a:t>
            </a:r>
            <a:endParaRPr lang="nl-BE" sz="3200" dirty="0">
              <a:solidFill>
                <a:schemeClr val="accent1"/>
              </a:solidFill>
              <a:latin typeface="+mn-lt"/>
            </a:endParaRPr>
          </a:p>
          <a:p>
            <a:pPr marL="0" indent="0">
              <a:lnSpc>
                <a:spcPct val="120000"/>
              </a:lnSpc>
              <a:buNone/>
            </a:pPr>
            <a:r>
              <a:rPr lang="nl-BE" sz="3200" err="1">
                <a:latin typeface="+mn-lt"/>
              </a:rPr>
              <a:t>Please</a:t>
            </a:r>
            <a:r>
              <a:rPr lang="nl-BE" sz="3200" dirty="0">
                <a:latin typeface="+mn-lt"/>
              </a:rPr>
              <a:t> </a:t>
            </a:r>
            <a:r>
              <a:rPr lang="nl-BE" sz="3200" err="1">
                <a:latin typeface="+mn-lt"/>
              </a:rPr>
              <a:t>don’t</a:t>
            </a:r>
            <a:r>
              <a:rPr lang="nl-BE" sz="3200" dirty="0">
                <a:latin typeface="+mn-lt"/>
              </a:rPr>
              <a:t> </a:t>
            </a:r>
            <a:r>
              <a:rPr lang="nl-BE" sz="3200" err="1">
                <a:latin typeface="+mn-lt"/>
              </a:rPr>
              <a:t>hesitate</a:t>
            </a:r>
            <a:r>
              <a:rPr lang="nl-BE" sz="3200" dirty="0">
                <a:latin typeface="+mn-lt"/>
              </a:rPr>
              <a:t> </a:t>
            </a:r>
            <a:r>
              <a:rPr lang="nl-BE" sz="3200" err="1">
                <a:latin typeface="+mn-lt"/>
              </a:rPr>
              <a:t>to</a:t>
            </a:r>
            <a:r>
              <a:rPr lang="nl-BE" sz="3200" dirty="0">
                <a:latin typeface="+mn-lt"/>
              </a:rPr>
              <a:t> contact me </a:t>
            </a:r>
            <a:r>
              <a:rPr lang="nl-BE" sz="3200" err="1">
                <a:latin typeface="+mn-lt"/>
              </a:rPr>
              <a:t>if</a:t>
            </a:r>
            <a:r>
              <a:rPr lang="nl-BE" sz="3200" dirty="0">
                <a:latin typeface="+mn-lt"/>
              </a:rPr>
              <a:t> </a:t>
            </a:r>
            <a:r>
              <a:rPr lang="nl-BE" sz="3200" err="1">
                <a:latin typeface="+mn-lt"/>
              </a:rPr>
              <a:t>you</a:t>
            </a:r>
            <a:r>
              <a:rPr lang="nl-BE" sz="3200" dirty="0">
                <a:latin typeface="+mn-lt"/>
              </a:rPr>
              <a:t> </a:t>
            </a:r>
            <a:r>
              <a:rPr lang="nl-BE" sz="3200" err="1">
                <a:latin typeface="+mn-lt"/>
              </a:rPr>
              <a:t>require</a:t>
            </a:r>
            <a:r>
              <a:rPr lang="nl-BE" sz="3200" dirty="0">
                <a:latin typeface="+mn-lt"/>
              </a:rPr>
              <a:t> </a:t>
            </a:r>
            <a:r>
              <a:rPr lang="nl-BE" sz="3200" err="1">
                <a:latin typeface="+mn-lt"/>
              </a:rPr>
              <a:t>any</a:t>
            </a:r>
            <a:r>
              <a:rPr lang="nl-BE" sz="3200" dirty="0">
                <a:latin typeface="+mn-lt"/>
              </a:rPr>
              <a:t> </a:t>
            </a:r>
            <a:r>
              <a:rPr lang="nl-BE" sz="3200" err="1">
                <a:latin typeface="+mn-lt"/>
              </a:rPr>
              <a:t>other</a:t>
            </a:r>
            <a:r>
              <a:rPr lang="nl-BE" sz="3200" dirty="0">
                <a:latin typeface="+mn-lt"/>
              </a:rPr>
              <a:t> information. </a:t>
            </a:r>
          </a:p>
          <a:p>
            <a:pPr indent="0">
              <a:lnSpc>
                <a:spcPct val="120000"/>
              </a:lnSpc>
              <a:buNone/>
            </a:pPr>
            <a:r>
              <a:rPr lang="nl-BE" sz="3200" dirty="0">
                <a:latin typeface="+mn-lt"/>
              </a:rPr>
              <a:t>Best </a:t>
            </a:r>
            <a:r>
              <a:rPr lang="nl-BE" sz="3200" dirty="0" err="1">
                <a:latin typeface="+mn-lt"/>
              </a:rPr>
              <a:t>regards</a:t>
            </a:r>
            <a:r>
              <a:rPr lang="nl-BE" sz="3200" dirty="0">
                <a:latin typeface="+mn-lt"/>
              </a:rPr>
              <a:t>,</a:t>
            </a:r>
            <a:br>
              <a:rPr lang="nl-BE" sz="3200" dirty="0">
                <a:latin typeface="+mn-lt"/>
              </a:rPr>
            </a:br>
            <a:r>
              <a:rPr lang="nl-BE" sz="3200" dirty="0"/>
              <a:t>Selina </a:t>
            </a:r>
            <a:r>
              <a:rPr lang="nl-BE" sz="3200" dirty="0" err="1"/>
              <a:t>Kyle</a:t>
            </a:r>
            <a:endParaRPr lang="nl-BE" sz="3200" dirty="0" err="1">
              <a:latin typeface="+mn-lt"/>
              <a:ea typeface="Calibri"/>
              <a:cs typeface="Calibri"/>
            </a:endParaRPr>
          </a:p>
          <a:p>
            <a:pPr marL="0" indent="0">
              <a:lnSpc>
                <a:spcPct val="120000"/>
              </a:lnSpc>
              <a:buNone/>
            </a:pPr>
            <a:r>
              <a:rPr lang="nl-BE" sz="3200" dirty="0">
                <a:latin typeface="+mn-lt"/>
              </a:rPr>
              <a:t>1 IT6a  </a:t>
            </a:r>
          </a:p>
          <a:p>
            <a:pPr marL="0" indent="0">
              <a:buNone/>
            </a:pPr>
            <a:endParaRPr lang="nl-BE" dirty="0"/>
          </a:p>
          <a:p>
            <a:pPr indent="-170815"/>
            <a:endParaRPr lang="nl-BE" dirty="0">
              <a:ea typeface="Calibri" panose="020F0502020204030204"/>
              <a:cs typeface="Calibri" panose="020F0502020204030204"/>
            </a:endParaRPr>
          </a:p>
        </p:txBody>
      </p:sp>
      <p:sp>
        <p:nvSpPr>
          <p:cNvPr id="12" name="Tijdelijke aanduiding voor inhoud 11">
            <a:extLst>
              <a:ext uri="{FF2B5EF4-FFF2-40B4-BE49-F238E27FC236}">
                <a16:creationId xmlns:a16="http://schemas.microsoft.com/office/drawing/2014/main" id="{44551C6E-4FAE-D640-9A4F-21F130E85117}"/>
              </a:ext>
            </a:extLst>
          </p:cNvPr>
          <p:cNvSpPr>
            <a:spLocks noGrp="1"/>
          </p:cNvSpPr>
          <p:nvPr>
            <p:ph sz="half" idx="2"/>
          </p:nvPr>
        </p:nvSpPr>
        <p:spPr>
          <a:xfrm>
            <a:off x="6866758" y="1253331"/>
            <a:ext cx="4487041" cy="4351339"/>
          </a:xfrm>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buNone/>
            </a:pPr>
            <a:r>
              <a:rPr lang="nl-BE" dirty="0">
                <a:solidFill>
                  <a:schemeClr val="accent1"/>
                </a:solidFill>
              </a:rPr>
              <a:t>3. Body</a:t>
            </a:r>
          </a:p>
          <a:p>
            <a:pPr marL="0" indent="0">
              <a:buNone/>
            </a:pPr>
            <a:endParaRPr lang="nl-BE" dirty="0">
              <a:solidFill>
                <a:schemeClr val="accent1"/>
              </a:solidFill>
            </a:endParaRPr>
          </a:p>
          <a:p>
            <a:pPr marL="0" indent="0">
              <a:buNone/>
            </a:pPr>
            <a:r>
              <a:rPr lang="nl-BE" sz="2400" dirty="0">
                <a:solidFill>
                  <a:schemeClr val="tx2"/>
                </a:solidFill>
              </a:rPr>
              <a:t>This is why you are writing this email. Be concise and to the point. Keep it short.</a:t>
            </a:r>
          </a:p>
        </p:txBody>
      </p:sp>
      <p:cxnSp>
        <p:nvCxnSpPr>
          <p:cNvPr id="14" name="Rechte verbindingslijn 13">
            <a:extLst>
              <a:ext uri="{FF2B5EF4-FFF2-40B4-BE49-F238E27FC236}">
                <a16:creationId xmlns:a16="http://schemas.microsoft.com/office/drawing/2014/main" id="{BB51D736-AD76-C24D-8951-FCA6D12AC142}"/>
              </a:ext>
            </a:extLst>
          </p:cNvPr>
          <p:cNvCxnSpPr/>
          <p:nvPr/>
        </p:nvCxnSpPr>
        <p:spPr>
          <a:xfrm>
            <a:off x="6738839" y="1397000"/>
            <a:ext cx="0" cy="4064000"/>
          </a:xfrm>
          <a:prstGeom prst="line">
            <a:avLst/>
          </a:prstGeom>
          <a:ln w="95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Rectangle 1">
            <a:extLst>
              <a:ext uri="{FF2B5EF4-FFF2-40B4-BE49-F238E27FC236}">
                <a16:creationId xmlns:a16="http://schemas.microsoft.com/office/drawing/2014/main" id="{E3F33B7F-C603-2BC1-8756-2542D016670D}"/>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7" name="Tijdelijke aanduiding voor dianummer 3">
            <a:extLst>
              <a:ext uri="{FF2B5EF4-FFF2-40B4-BE49-F238E27FC236}">
                <a16:creationId xmlns:a16="http://schemas.microsoft.com/office/drawing/2014/main" id="{7DF666AD-A08D-F5EF-04D9-E516096B24D4}"/>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24</a:t>
            </a:fld>
            <a:endParaRPr lang="nl-BE" altLang="nl-BE" dirty="0"/>
          </a:p>
        </p:txBody>
      </p:sp>
    </p:spTree>
    <p:extLst>
      <p:ext uri="{BB962C8B-B14F-4D97-AF65-F5344CB8AC3E}">
        <p14:creationId xmlns:p14="http://schemas.microsoft.com/office/powerpoint/2010/main" val="1826916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jdelijke aanduiding voor inhoud 6">
            <a:extLst>
              <a:ext uri="{FF2B5EF4-FFF2-40B4-BE49-F238E27FC236}">
                <a16:creationId xmlns:a16="http://schemas.microsoft.com/office/drawing/2014/main" id="{1A1024F2-A1A1-874F-B449-8D73C10367FC}"/>
              </a:ext>
            </a:extLst>
          </p:cNvPr>
          <p:cNvSpPr>
            <a:spLocks noGrp="1"/>
          </p:cNvSpPr>
          <p:nvPr>
            <p:ph sz="half" idx="1"/>
          </p:nvPr>
        </p:nvSpPr>
        <p:spPr>
          <a:xfrm>
            <a:off x="562371" y="1200578"/>
            <a:ext cx="5779813" cy="4786615"/>
          </a:xfrm>
        </p:spPr>
        <p:txBody>
          <a:bodyPr vert="horz" lIns="121920" tIns="60960" rIns="121920" bIns="60960" rtlCol="0" anchor="t">
            <a:normAutofit fontScale="62500" lnSpcReduction="20000"/>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lnSpc>
                <a:spcPct val="120000"/>
              </a:lnSpc>
              <a:buNone/>
            </a:pPr>
            <a:r>
              <a:rPr lang="nl-BE" sz="3200" dirty="0" err="1">
                <a:latin typeface="+mn-lt"/>
              </a:rPr>
              <a:t>Dear</a:t>
            </a:r>
            <a:r>
              <a:rPr lang="nl-BE" sz="3200" dirty="0">
                <a:latin typeface="+mn-lt"/>
              </a:rPr>
              <a:t> Mr. Williams,</a:t>
            </a:r>
          </a:p>
          <a:p>
            <a:pPr marL="0" indent="0">
              <a:lnSpc>
                <a:spcPct val="120000"/>
              </a:lnSpc>
              <a:buNone/>
            </a:pPr>
            <a:r>
              <a:rPr lang="nl-BE" sz="3200" dirty="0">
                <a:latin typeface="+mn-lt"/>
                <a:cs typeface="Arial"/>
              </a:rPr>
              <a:t>It was </a:t>
            </a:r>
            <a:r>
              <a:rPr lang="nl-BE" sz="3200" dirty="0" err="1">
                <a:latin typeface="+mn-lt"/>
                <a:cs typeface="Arial"/>
              </a:rPr>
              <a:t>very</a:t>
            </a:r>
            <a:r>
              <a:rPr lang="nl-BE" sz="3200" dirty="0">
                <a:latin typeface="+mn-lt"/>
                <a:cs typeface="Arial"/>
              </a:rPr>
              <a:t> </a:t>
            </a:r>
            <a:r>
              <a:rPr lang="nl-BE" sz="3200" dirty="0" err="1">
                <a:latin typeface="+mn-lt"/>
                <a:cs typeface="Arial"/>
              </a:rPr>
              <a:t>nice</a:t>
            </a:r>
            <a:r>
              <a:rPr lang="nl-BE" sz="3200" dirty="0">
                <a:latin typeface="+mn-lt"/>
                <a:cs typeface="Arial"/>
              </a:rPr>
              <a:t> meeting </a:t>
            </a:r>
            <a:r>
              <a:rPr lang="nl-BE" sz="3200" dirty="0" err="1">
                <a:latin typeface="+mn-lt"/>
                <a:cs typeface="Arial"/>
              </a:rPr>
              <a:t>you</a:t>
            </a:r>
            <a:r>
              <a:rPr lang="nl-BE" sz="3200" dirty="0">
                <a:latin typeface="+mn-lt"/>
                <a:cs typeface="Arial"/>
              </a:rPr>
              <a:t> at </a:t>
            </a:r>
            <a:r>
              <a:rPr lang="nl-BE" sz="3200" dirty="0" err="1">
                <a:latin typeface="+mn-lt"/>
                <a:cs typeface="Arial"/>
              </a:rPr>
              <a:t>the</a:t>
            </a:r>
            <a:r>
              <a:rPr lang="nl-BE" sz="3200" dirty="0">
                <a:latin typeface="+mn-lt"/>
                <a:cs typeface="Arial"/>
              </a:rPr>
              <a:t> IT fair. I hope </a:t>
            </a:r>
            <a:r>
              <a:rPr lang="nl-BE" sz="3200" dirty="0" err="1">
                <a:latin typeface="+mn-lt"/>
                <a:cs typeface="Arial"/>
              </a:rPr>
              <a:t>you</a:t>
            </a:r>
            <a:r>
              <a:rPr lang="nl-BE" sz="3200" dirty="0">
                <a:latin typeface="+mn-lt"/>
                <a:cs typeface="Arial"/>
              </a:rPr>
              <a:t> had a </a:t>
            </a:r>
            <a:r>
              <a:rPr lang="nl-BE" sz="3200" dirty="0" err="1">
                <a:latin typeface="+mn-lt"/>
                <a:cs typeface="Arial"/>
              </a:rPr>
              <a:t>smooth</a:t>
            </a:r>
            <a:r>
              <a:rPr lang="nl-BE" sz="3200" dirty="0">
                <a:latin typeface="+mn-lt"/>
                <a:cs typeface="Arial"/>
              </a:rPr>
              <a:t> trip back </a:t>
            </a:r>
            <a:r>
              <a:rPr lang="nl-BE" sz="3200" dirty="0" err="1">
                <a:latin typeface="+mn-lt"/>
                <a:cs typeface="Arial"/>
              </a:rPr>
              <a:t>to</a:t>
            </a:r>
            <a:r>
              <a:rPr lang="nl-BE" sz="3200" dirty="0">
                <a:latin typeface="+mn-lt"/>
                <a:cs typeface="Arial"/>
              </a:rPr>
              <a:t> </a:t>
            </a:r>
            <a:r>
              <a:rPr lang="nl-BE" sz="3200" dirty="0" err="1">
                <a:latin typeface="+mn-lt"/>
                <a:cs typeface="Arial"/>
              </a:rPr>
              <a:t>the</a:t>
            </a:r>
            <a:r>
              <a:rPr lang="nl-BE" sz="3200" dirty="0">
                <a:latin typeface="+mn-lt"/>
                <a:cs typeface="Arial"/>
              </a:rPr>
              <a:t> UK. </a:t>
            </a:r>
          </a:p>
          <a:p>
            <a:pPr marL="0" indent="0">
              <a:lnSpc>
                <a:spcPct val="120000"/>
              </a:lnSpc>
              <a:buNone/>
            </a:pPr>
            <a:r>
              <a:rPr lang="nl-BE" sz="3200" dirty="0" err="1">
                <a:latin typeface="+mn-lt"/>
                <a:cs typeface="Arial"/>
              </a:rPr>
              <a:t>Please</a:t>
            </a:r>
            <a:r>
              <a:rPr lang="nl-BE" sz="3200" dirty="0">
                <a:latin typeface="+mn-lt"/>
                <a:cs typeface="Arial"/>
              </a:rPr>
              <a:t> </a:t>
            </a:r>
            <a:r>
              <a:rPr lang="nl-BE" sz="3200" dirty="0" err="1">
                <a:latin typeface="+mn-lt"/>
                <a:cs typeface="Arial"/>
              </a:rPr>
              <a:t>find</a:t>
            </a:r>
            <a:r>
              <a:rPr lang="nl-BE" sz="3200" dirty="0">
                <a:latin typeface="+mn-lt"/>
                <a:cs typeface="Arial"/>
              </a:rPr>
              <a:t> </a:t>
            </a:r>
            <a:r>
              <a:rPr lang="nl-BE" sz="3200" dirty="0" err="1">
                <a:latin typeface="+mn-lt"/>
                <a:cs typeface="Arial"/>
              </a:rPr>
              <a:t>attached</a:t>
            </a:r>
            <a:r>
              <a:rPr lang="nl-BE" sz="3200" dirty="0">
                <a:latin typeface="+mn-lt"/>
                <a:cs typeface="Arial"/>
              </a:rPr>
              <a:t> a document </a:t>
            </a:r>
            <a:r>
              <a:rPr lang="nl-BE" sz="3200" dirty="0" err="1">
                <a:latin typeface="+mn-lt"/>
                <a:cs typeface="Arial"/>
              </a:rPr>
              <a:t>with</a:t>
            </a:r>
            <a:r>
              <a:rPr lang="nl-BE" sz="3200" dirty="0">
                <a:latin typeface="+mn-lt"/>
                <a:cs typeface="Arial"/>
              </a:rPr>
              <a:t> information </a:t>
            </a:r>
            <a:r>
              <a:rPr lang="nl-BE" sz="3200" dirty="0" err="1">
                <a:latin typeface="+mn-lt"/>
                <a:cs typeface="Arial"/>
              </a:rPr>
              <a:t>about</a:t>
            </a:r>
            <a:r>
              <a:rPr lang="nl-BE" sz="3200" dirty="0">
                <a:latin typeface="+mn-lt"/>
                <a:cs typeface="Arial"/>
              </a:rPr>
              <a:t> </a:t>
            </a:r>
            <a:r>
              <a:rPr lang="nl-BE" sz="3200" dirty="0" err="1">
                <a:latin typeface="+mn-lt"/>
                <a:cs typeface="Arial"/>
              </a:rPr>
              <a:t>Novacup</a:t>
            </a:r>
            <a:r>
              <a:rPr lang="nl-BE" sz="3200" dirty="0">
                <a:latin typeface="+mn-lt"/>
                <a:cs typeface="Arial"/>
              </a:rPr>
              <a:t>. Samantha Lewis is </a:t>
            </a:r>
            <a:r>
              <a:rPr lang="nl-BE" sz="3200" dirty="0" err="1">
                <a:latin typeface="+mn-lt"/>
                <a:cs typeface="Arial"/>
              </a:rPr>
              <a:t>our</a:t>
            </a:r>
            <a:r>
              <a:rPr lang="nl-BE" sz="3200" dirty="0">
                <a:latin typeface="+mn-lt"/>
                <a:cs typeface="Arial"/>
              </a:rPr>
              <a:t> </a:t>
            </a:r>
            <a:r>
              <a:rPr lang="nl-BE" sz="3200" dirty="0" err="1">
                <a:latin typeface="+mn-lt"/>
                <a:cs typeface="Arial"/>
              </a:rPr>
              <a:t>purchasing</a:t>
            </a:r>
            <a:r>
              <a:rPr lang="nl-BE" sz="3200" dirty="0">
                <a:latin typeface="+mn-lt"/>
                <a:cs typeface="Arial"/>
              </a:rPr>
              <a:t> manager; </a:t>
            </a:r>
            <a:r>
              <a:rPr lang="nl-BE" sz="3200" dirty="0" err="1">
                <a:latin typeface="+mn-lt"/>
                <a:cs typeface="Arial"/>
              </a:rPr>
              <a:t>I’m</a:t>
            </a:r>
            <a:r>
              <a:rPr lang="nl-BE" sz="3200" dirty="0">
                <a:latin typeface="+mn-lt"/>
                <a:cs typeface="Arial"/>
              </a:rPr>
              <a:t> </a:t>
            </a:r>
            <a:r>
              <a:rPr lang="nl-BE" sz="3200" dirty="0" err="1">
                <a:latin typeface="+mn-lt"/>
                <a:cs typeface="Arial"/>
              </a:rPr>
              <a:t>copying</a:t>
            </a:r>
            <a:r>
              <a:rPr lang="nl-BE" sz="3200" dirty="0">
                <a:latin typeface="+mn-lt"/>
                <a:cs typeface="Arial"/>
              </a:rPr>
              <a:t> her in on </a:t>
            </a:r>
            <a:r>
              <a:rPr lang="nl-BE" sz="3200" dirty="0" err="1">
                <a:latin typeface="+mn-lt"/>
                <a:cs typeface="Arial"/>
              </a:rPr>
              <a:t>this</a:t>
            </a:r>
            <a:r>
              <a:rPr lang="nl-BE" sz="3200" dirty="0">
                <a:latin typeface="+mn-lt"/>
                <a:cs typeface="Arial"/>
              </a:rPr>
              <a:t>. I </a:t>
            </a:r>
            <a:r>
              <a:rPr lang="nl-BE" sz="3200" dirty="0" err="1">
                <a:latin typeface="+mn-lt"/>
                <a:cs typeface="Arial"/>
              </a:rPr>
              <a:t>will</a:t>
            </a:r>
            <a:r>
              <a:rPr lang="nl-BE" sz="3200" dirty="0">
                <a:latin typeface="+mn-lt"/>
                <a:cs typeface="Arial"/>
              </a:rPr>
              <a:t> </a:t>
            </a:r>
            <a:r>
              <a:rPr lang="nl-BE" sz="3200" dirty="0" err="1">
                <a:latin typeface="+mn-lt"/>
                <a:cs typeface="Arial"/>
              </a:rPr>
              <a:t>also</a:t>
            </a:r>
            <a:r>
              <a:rPr lang="nl-BE" sz="3200" dirty="0">
                <a:latin typeface="+mn-lt"/>
                <a:cs typeface="Arial"/>
              </a:rPr>
              <a:t> forward </a:t>
            </a:r>
            <a:r>
              <a:rPr lang="nl-BE" sz="3200" dirty="0" err="1">
                <a:latin typeface="+mn-lt"/>
                <a:cs typeface="Arial"/>
              </a:rPr>
              <a:t>your</a:t>
            </a:r>
            <a:r>
              <a:rPr lang="nl-BE" sz="3200" dirty="0">
                <a:latin typeface="+mn-lt"/>
                <a:cs typeface="Arial"/>
              </a:rPr>
              <a:t> details </a:t>
            </a:r>
            <a:r>
              <a:rPr lang="nl-BE" sz="3200" dirty="0" err="1">
                <a:latin typeface="+mn-lt"/>
                <a:cs typeface="Arial"/>
              </a:rPr>
              <a:t>to</a:t>
            </a:r>
            <a:r>
              <a:rPr lang="nl-BE" sz="3200" dirty="0">
                <a:latin typeface="+mn-lt"/>
                <a:cs typeface="Arial"/>
              </a:rPr>
              <a:t> </a:t>
            </a:r>
            <a:r>
              <a:rPr lang="nl-BE" sz="3200" dirty="0" err="1">
                <a:latin typeface="+mn-lt"/>
                <a:cs typeface="Arial"/>
              </a:rPr>
              <a:t>Mrs</a:t>
            </a:r>
            <a:r>
              <a:rPr lang="nl-BE" sz="3200" dirty="0">
                <a:latin typeface="+mn-lt"/>
                <a:cs typeface="Arial"/>
              </a:rPr>
              <a:t> </a:t>
            </a:r>
            <a:r>
              <a:rPr lang="nl-BE" sz="3200" dirty="0" err="1">
                <a:latin typeface="+mn-lt"/>
                <a:cs typeface="Arial"/>
              </a:rPr>
              <a:t>Howard</a:t>
            </a:r>
            <a:r>
              <a:rPr lang="nl-BE" sz="3200" dirty="0">
                <a:latin typeface="+mn-lt"/>
                <a:cs typeface="Arial"/>
              </a:rPr>
              <a:t>, </a:t>
            </a:r>
            <a:r>
              <a:rPr lang="nl-BE" sz="3200" dirty="0" err="1">
                <a:latin typeface="+mn-lt"/>
                <a:cs typeface="Arial"/>
              </a:rPr>
              <a:t>our</a:t>
            </a:r>
            <a:r>
              <a:rPr lang="nl-BE" sz="3200" dirty="0">
                <a:latin typeface="+mn-lt"/>
                <a:cs typeface="Arial"/>
              </a:rPr>
              <a:t> CEO. </a:t>
            </a:r>
            <a:endParaRPr lang="nl-BE" sz="3200" dirty="0">
              <a:latin typeface="+mn-lt"/>
            </a:endParaRPr>
          </a:p>
          <a:p>
            <a:pPr marL="0" indent="0">
              <a:lnSpc>
                <a:spcPct val="120000"/>
              </a:lnSpc>
              <a:buNone/>
            </a:pPr>
            <a:r>
              <a:rPr lang="nl-BE" sz="3200" dirty="0" err="1">
                <a:solidFill>
                  <a:schemeClr val="accent1"/>
                </a:solidFill>
                <a:latin typeface="+mn-lt"/>
              </a:rPr>
              <a:t>Please</a:t>
            </a:r>
            <a:r>
              <a:rPr lang="nl-BE" sz="3200" dirty="0">
                <a:solidFill>
                  <a:schemeClr val="accent1"/>
                </a:solidFill>
                <a:latin typeface="+mn-lt"/>
              </a:rPr>
              <a:t> </a:t>
            </a:r>
            <a:r>
              <a:rPr lang="nl-BE" sz="3200" dirty="0" err="1">
                <a:solidFill>
                  <a:schemeClr val="accent1"/>
                </a:solidFill>
                <a:latin typeface="+mn-lt"/>
              </a:rPr>
              <a:t>don’t</a:t>
            </a:r>
            <a:r>
              <a:rPr lang="nl-BE" sz="3200" dirty="0">
                <a:solidFill>
                  <a:schemeClr val="accent1"/>
                </a:solidFill>
                <a:latin typeface="+mn-lt"/>
              </a:rPr>
              <a:t> </a:t>
            </a:r>
            <a:r>
              <a:rPr lang="nl-BE" sz="3200" dirty="0" err="1">
                <a:solidFill>
                  <a:schemeClr val="accent1"/>
                </a:solidFill>
                <a:latin typeface="+mn-lt"/>
              </a:rPr>
              <a:t>hesitate</a:t>
            </a:r>
            <a:r>
              <a:rPr lang="nl-BE" sz="3200" dirty="0">
                <a:solidFill>
                  <a:schemeClr val="accent1"/>
                </a:solidFill>
                <a:latin typeface="+mn-lt"/>
              </a:rPr>
              <a:t> </a:t>
            </a:r>
            <a:r>
              <a:rPr lang="nl-BE" sz="3200" dirty="0" err="1">
                <a:solidFill>
                  <a:schemeClr val="accent1"/>
                </a:solidFill>
                <a:latin typeface="+mn-lt"/>
              </a:rPr>
              <a:t>to</a:t>
            </a:r>
            <a:r>
              <a:rPr lang="nl-BE" sz="3200" dirty="0">
                <a:solidFill>
                  <a:schemeClr val="accent1"/>
                </a:solidFill>
                <a:latin typeface="+mn-lt"/>
              </a:rPr>
              <a:t> contact me </a:t>
            </a:r>
            <a:r>
              <a:rPr lang="nl-BE" sz="3200" dirty="0" err="1">
                <a:solidFill>
                  <a:schemeClr val="accent1"/>
                </a:solidFill>
                <a:latin typeface="+mn-lt"/>
              </a:rPr>
              <a:t>if</a:t>
            </a:r>
            <a:r>
              <a:rPr lang="nl-BE" sz="3200" dirty="0">
                <a:solidFill>
                  <a:schemeClr val="accent1"/>
                </a:solidFill>
                <a:latin typeface="+mn-lt"/>
              </a:rPr>
              <a:t> </a:t>
            </a:r>
            <a:r>
              <a:rPr lang="nl-BE" sz="3200" dirty="0" err="1">
                <a:solidFill>
                  <a:schemeClr val="accent1"/>
                </a:solidFill>
                <a:latin typeface="+mn-lt"/>
              </a:rPr>
              <a:t>you</a:t>
            </a:r>
            <a:r>
              <a:rPr lang="nl-BE" sz="3200" dirty="0">
                <a:solidFill>
                  <a:schemeClr val="accent1"/>
                </a:solidFill>
                <a:latin typeface="+mn-lt"/>
              </a:rPr>
              <a:t> </a:t>
            </a:r>
            <a:r>
              <a:rPr lang="nl-BE" sz="3200" dirty="0" err="1">
                <a:solidFill>
                  <a:schemeClr val="accent1"/>
                </a:solidFill>
                <a:latin typeface="+mn-lt"/>
              </a:rPr>
              <a:t>require</a:t>
            </a:r>
            <a:r>
              <a:rPr lang="nl-BE" sz="3200" dirty="0">
                <a:solidFill>
                  <a:schemeClr val="accent1"/>
                </a:solidFill>
                <a:latin typeface="+mn-lt"/>
              </a:rPr>
              <a:t> </a:t>
            </a:r>
            <a:r>
              <a:rPr lang="nl-BE" sz="3200" dirty="0" err="1">
                <a:solidFill>
                  <a:schemeClr val="accent1"/>
                </a:solidFill>
                <a:latin typeface="+mn-lt"/>
              </a:rPr>
              <a:t>any</a:t>
            </a:r>
            <a:r>
              <a:rPr lang="nl-BE" sz="3200" dirty="0">
                <a:solidFill>
                  <a:schemeClr val="accent1"/>
                </a:solidFill>
                <a:latin typeface="+mn-lt"/>
              </a:rPr>
              <a:t> </a:t>
            </a:r>
            <a:r>
              <a:rPr lang="nl-BE" sz="3200" dirty="0" err="1">
                <a:solidFill>
                  <a:schemeClr val="accent1"/>
                </a:solidFill>
                <a:latin typeface="+mn-lt"/>
              </a:rPr>
              <a:t>other</a:t>
            </a:r>
            <a:r>
              <a:rPr lang="nl-BE" sz="3200" dirty="0">
                <a:solidFill>
                  <a:schemeClr val="accent1"/>
                </a:solidFill>
                <a:latin typeface="+mn-lt"/>
              </a:rPr>
              <a:t> information. </a:t>
            </a:r>
          </a:p>
          <a:p>
            <a:pPr marL="0" indent="0">
              <a:lnSpc>
                <a:spcPct val="120000"/>
              </a:lnSpc>
              <a:buNone/>
            </a:pPr>
            <a:r>
              <a:rPr lang="nl-BE" sz="3200" dirty="0">
                <a:latin typeface="+mn-lt"/>
              </a:rPr>
              <a:t>Best </a:t>
            </a:r>
            <a:r>
              <a:rPr lang="nl-BE" sz="3200" dirty="0" err="1">
                <a:latin typeface="+mn-lt"/>
              </a:rPr>
              <a:t>regards</a:t>
            </a:r>
            <a:r>
              <a:rPr lang="nl-BE" sz="3200" dirty="0">
                <a:latin typeface="+mn-lt"/>
              </a:rPr>
              <a:t>,</a:t>
            </a:r>
            <a:br>
              <a:rPr lang="nl-BE" sz="3200" dirty="0">
                <a:latin typeface="+mn-lt"/>
              </a:rPr>
            </a:br>
            <a:r>
              <a:rPr lang="nl-BE" sz="3200" dirty="0">
                <a:latin typeface="+mn-lt"/>
              </a:rPr>
              <a:t>Clark Kent</a:t>
            </a:r>
          </a:p>
          <a:p>
            <a:pPr marL="0" indent="0">
              <a:lnSpc>
                <a:spcPct val="120000"/>
              </a:lnSpc>
              <a:buNone/>
            </a:pPr>
            <a:r>
              <a:rPr lang="nl-BE" sz="3200" dirty="0">
                <a:latin typeface="+mn-lt"/>
              </a:rPr>
              <a:t>1 IT6a  </a:t>
            </a:r>
          </a:p>
          <a:p>
            <a:pPr marL="0" indent="0">
              <a:buNone/>
            </a:pPr>
            <a:endParaRPr lang="nl-BE" dirty="0"/>
          </a:p>
          <a:p>
            <a:endParaRPr lang="nl-BE" dirty="0"/>
          </a:p>
        </p:txBody>
      </p:sp>
      <p:sp>
        <p:nvSpPr>
          <p:cNvPr id="8" name="Tijdelijke aanduiding voor inhoud 7">
            <a:extLst>
              <a:ext uri="{FF2B5EF4-FFF2-40B4-BE49-F238E27FC236}">
                <a16:creationId xmlns:a16="http://schemas.microsoft.com/office/drawing/2014/main" id="{49DB6E9D-1101-B44C-9B3A-1F2C2CC1BE65}"/>
              </a:ext>
            </a:extLst>
          </p:cNvPr>
          <p:cNvSpPr>
            <a:spLocks noGrp="1"/>
          </p:cNvSpPr>
          <p:nvPr>
            <p:ph sz="half" idx="2"/>
          </p:nvPr>
        </p:nvSpPr>
        <p:spPr>
          <a:xfrm>
            <a:off x="6627446" y="1253331"/>
            <a:ext cx="4726353" cy="4351339"/>
          </a:xfrm>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buNone/>
            </a:pPr>
            <a:r>
              <a:rPr lang="nl-BE" dirty="0">
                <a:solidFill>
                  <a:schemeClr val="accent1"/>
                </a:solidFill>
              </a:rPr>
              <a:t>4. Closing</a:t>
            </a:r>
          </a:p>
          <a:p>
            <a:pPr marL="0" indent="0">
              <a:buNone/>
            </a:pPr>
            <a:endParaRPr lang="nl-BE" dirty="0">
              <a:solidFill>
                <a:schemeClr val="accent1"/>
              </a:solidFill>
            </a:endParaRPr>
          </a:p>
          <a:p>
            <a:pPr marL="0" indent="0">
              <a:buNone/>
            </a:pPr>
            <a:r>
              <a:rPr lang="nl-BE" sz="2400" dirty="0">
                <a:solidFill>
                  <a:schemeClr val="tx2"/>
                </a:solidFill>
              </a:rPr>
              <a:t>You say something nice again, or you thank again.</a:t>
            </a:r>
          </a:p>
          <a:p>
            <a:pPr marL="0" indent="0">
              <a:buNone/>
            </a:pPr>
            <a:endParaRPr lang="nl-BE" sz="2400" dirty="0">
              <a:solidFill>
                <a:schemeClr val="tx2"/>
              </a:solidFill>
            </a:endParaRPr>
          </a:p>
          <a:p>
            <a:pPr marL="0" indent="0">
              <a:buNone/>
            </a:pPr>
            <a:r>
              <a:rPr lang="nl-BE" sz="2400" dirty="0">
                <a:solidFill>
                  <a:schemeClr val="tx2"/>
                </a:solidFill>
              </a:rPr>
              <a:t>Yes, you want to please again.</a:t>
            </a:r>
          </a:p>
        </p:txBody>
      </p:sp>
      <p:cxnSp>
        <p:nvCxnSpPr>
          <p:cNvPr id="10" name="Rechte verbindingslijn 9">
            <a:extLst>
              <a:ext uri="{FF2B5EF4-FFF2-40B4-BE49-F238E27FC236}">
                <a16:creationId xmlns:a16="http://schemas.microsoft.com/office/drawing/2014/main" id="{DC6FE1A9-3ED0-4543-9753-8F8C611CC41B}"/>
              </a:ext>
            </a:extLst>
          </p:cNvPr>
          <p:cNvCxnSpPr/>
          <p:nvPr/>
        </p:nvCxnSpPr>
        <p:spPr>
          <a:xfrm>
            <a:off x="6408616" y="1396349"/>
            <a:ext cx="0" cy="3845168"/>
          </a:xfrm>
          <a:prstGeom prst="line">
            <a:avLst/>
          </a:prstGeom>
          <a:ln w="95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Tijdelijke aanduiding voor dianummer 3">
            <a:extLst>
              <a:ext uri="{FF2B5EF4-FFF2-40B4-BE49-F238E27FC236}">
                <a16:creationId xmlns:a16="http://schemas.microsoft.com/office/drawing/2014/main" id="{1212D0FD-FF71-48EB-8C34-BF0F39E30843}"/>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25</a:t>
            </a:fld>
            <a:endParaRPr lang="nl-BE" altLang="nl-BE" dirty="0"/>
          </a:p>
        </p:txBody>
      </p:sp>
      <p:sp>
        <p:nvSpPr>
          <p:cNvPr id="11" name="Rectangle 1">
            <a:extLst>
              <a:ext uri="{FF2B5EF4-FFF2-40B4-BE49-F238E27FC236}">
                <a16:creationId xmlns:a16="http://schemas.microsoft.com/office/drawing/2014/main" id="{793DC48F-8121-CFD5-D3DB-F40FC1D78441}"/>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Tree>
    <p:extLst>
      <p:ext uri="{BB962C8B-B14F-4D97-AF65-F5344CB8AC3E}">
        <p14:creationId xmlns:p14="http://schemas.microsoft.com/office/powerpoint/2010/main" val="130174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BB63A40B-9BF6-8743-BA45-8DB3A5976B97}"/>
              </a:ext>
            </a:extLst>
          </p:cNvPr>
          <p:cNvSpPr>
            <a:spLocks noGrp="1"/>
          </p:cNvSpPr>
          <p:nvPr>
            <p:ph sz="half" idx="1"/>
          </p:nvPr>
        </p:nvSpPr>
        <p:spPr>
          <a:xfrm>
            <a:off x="978877" y="1177131"/>
            <a:ext cx="5757984" cy="5060813"/>
          </a:xfrm>
        </p:spPr>
        <p:txBody>
          <a:bodyPr vert="horz" lIns="121920" tIns="60960" rIns="121920" bIns="60960" rtlCol="0" anchor="t">
            <a:normAutofit fontScale="85000" lnSpcReduction="20000"/>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lnSpc>
                <a:spcPct val="120000"/>
              </a:lnSpc>
              <a:buNone/>
            </a:pPr>
            <a:r>
              <a:rPr lang="nl-BE" dirty="0"/>
              <a:t>Dear Mr Williams,</a:t>
            </a:r>
          </a:p>
          <a:p>
            <a:pPr marL="0" indent="0">
              <a:lnSpc>
                <a:spcPct val="120000"/>
              </a:lnSpc>
              <a:buNone/>
            </a:pPr>
            <a:r>
              <a:rPr lang="nl-BE" dirty="0">
                <a:latin typeface="Arial"/>
                <a:cs typeface="Arial"/>
              </a:rPr>
              <a:t>It was very nice meeting you at the trade fair. I hope you had a smooth trip back to the UK. </a:t>
            </a:r>
          </a:p>
          <a:p>
            <a:pPr marL="0" indent="0">
              <a:lnSpc>
                <a:spcPct val="120000"/>
              </a:lnSpc>
              <a:buNone/>
            </a:pPr>
            <a:r>
              <a:rPr lang="nl-BE" dirty="0">
                <a:latin typeface="Arial"/>
                <a:cs typeface="Arial"/>
              </a:rPr>
              <a:t>Please find attached a document with information about Novacup. Samantha Lewis is </a:t>
            </a:r>
            <a:r>
              <a:rPr lang="nl-BE" dirty="0" err="1">
                <a:latin typeface="Arial"/>
                <a:cs typeface="Arial"/>
              </a:rPr>
              <a:t>our</a:t>
            </a:r>
            <a:r>
              <a:rPr lang="nl-BE" dirty="0">
                <a:latin typeface="Arial"/>
                <a:cs typeface="Arial"/>
              </a:rPr>
              <a:t> </a:t>
            </a:r>
            <a:r>
              <a:rPr lang="nl-BE" dirty="0" err="1">
                <a:latin typeface="Arial"/>
                <a:cs typeface="Arial"/>
              </a:rPr>
              <a:t>purchasing</a:t>
            </a:r>
            <a:r>
              <a:rPr lang="nl-BE" dirty="0">
                <a:latin typeface="Arial"/>
                <a:cs typeface="Arial"/>
              </a:rPr>
              <a:t> manager, </a:t>
            </a:r>
            <a:r>
              <a:rPr lang="nl-BE" dirty="0" err="1">
                <a:latin typeface="Arial"/>
                <a:cs typeface="Arial"/>
              </a:rPr>
              <a:t>I’m</a:t>
            </a:r>
            <a:r>
              <a:rPr lang="nl-BE" dirty="0">
                <a:latin typeface="Arial"/>
                <a:cs typeface="Arial"/>
              </a:rPr>
              <a:t> </a:t>
            </a:r>
            <a:r>
              <a:rPr lang="nl-BE" dirty="0" err="1">
                <a:latin typeface="Arial"/>
                <a:cs typeface="Arial"/>
              </a:rPr>
              <a:t>copying</a:t>
            </a:r>
            <a:r>
              <a:rPr lang="nl-BE" dirty="0">
                <a:latin typeface="Arial"/>
                <a:cs typeface="Arial"/>
              </a:rPr>
              <a:t> her in on </a:t>
            </a:r>
            <a:r>
              <a:rPr lang="nl-BE" dirty="0" err="1">
                <a:latin typeface="Arial"/>
                <a:cs typeface="Arial"/>
              </a:rPr>
              <a:t>this</a:t>
            </a:r>
            <a:r>
              <a:rPr lang="nl-BE" dirty="0">
                <a:latin typeface="Arial"/>
                <a:cs typeface="Arial"/>
              </a:rPr>
              <a:t>. I </a:t>
            </a:r>
            <a:r>
              <a:rPr lang="nl-BE" dirty="0" err="1">
                <a:latin typeface="Arial"/>
                <a:cs typeface="Arial"/>
              </a:rPr>
              <a:t>will</a:t>
            </a:r>
            <a:r>
              <a:rPr lang="nl-BE" dirty="0">
                <a:latin typeface="Arial"/>
                <a:cs typeface="Arial"/>
              </a:rPr>
              <a:t> </a:t>
            </a:r>
            <a:r>
              <a:rPr lang="nl-BE" dirty="0" err="1">
                <a:latin typeface="Arial"/>
                <a:cs typeface="Arial"/>
              </a:rPr>
              <a:t>also</a:t>
            </a:r>
            <a:r>
              <a:rPr lang="nl-BE" dirty="0">
                <a:latin typeface="Arial"/>
                <a:cs typeface="Arial"/>
              </a:rPr>
              <a:t> forward </a:t>
            </a:r>
            <a:r>
              <a:rPr lang="nl-BE" dirty="0" err="1">
                <a:latin typeface="Arial"/>
                <a:cs typeface="Arial"/>
              </a:rPr>
              <a:t>your</a:t>
            </a:r>
            <a:r>
              <a:rPr lang="nl-BE" dirty="0">
                <a:latin typeface="Arial"/>
                <a:cs typeface="Arial"/>
              </a:rPr>
              <a:t> details </a:t>
            </a:r>
            <a:r>
              <a:rPr lang="nl-BE" dirty="0" err="1">
                <a:latin typeface="Arial"/>
                <a:cs typeface="Arial"/>
              </a:rPr>
              <a:t>to</a:t>
            </a:r>
            <a:r>
              <a:rPr lang="nl-BE" dirty="0">
                <a:latin typeface="Arial"/>
                <a:cs typeface="Arial"/>
              </a:rPr>
              <a:t> </a:t>
            </a:r>
            <a:r>
              <a:rPr lang="nl-BE" dirty="0" err="1">
                <a:latin typeface="Arial"/>
                <a:cs typeface="Arial"/>
              </a:rPr>
              <a:t>Mrs</a:t>
            </a:r>
            <a:r>
              <a:rPr lang="nl-BE" dirty="0">
                <a:latin typeface="Arial"/>
                <a:cs typeface="Arial"/>
              </a:rPr>
              <a:t> </a:t>
            </a:r>
            <a:r>
              <a:rPr lang="nl-BE" dirty="0" err="1">
                <a:latin typeface="Arial"/>
                <a:cs typeface="Arial"/>
              </a:rPr>
              <a:t>Howard</a:t>
            </a:r>
            <a:r>
              <a:rPr lang="nl-BE" dirty="0">
                <a:latin typeface="Arial"/>
                <a:cs typeface="Arial"/>
              </a:rPr>
              <a:t>, </a:t>
            </a:r>
            <a:r>
              <a:rPr lang="nl-BE" dirty="0" err="1">
                <a:latin typeface="Arial"/>
                <a:cs typeface="Arial"/>
              </a:rPr>
              <a:t>our</a:t>
            </a:r>
            <a:r>
              <a:rPr lang="nl-BE" dirty="0">
                <a:latin typeface="Arial"/>
                <a:cs typeface="Arial"/>
              </a:rPr>
              <a:t> CEO. </a:t>
            </a:r>
            <a:endParaRPr lang="nl-BE" dirty="0"/>
          </a:p>
          <a:p>
            <a:pPr marL="0" indent="0">
              <a:lnSpc>
                <a:spcPct val="120000"/>
              </a:lnSpc>
              <a:buNone/>
            </a:pPr>
            <a:r>
              <a:rPr lang="nl-BE" dirty="0"/>
              <a:t>Please don’t hesitate to contact me if you require any other information. </a:t>
            </a:r>
          </a:p>
          <a:p>
            <a:pPr indent="-170815">
              <a:lnSpc>
                <a:spcPct val="120000"/>
              </a:lnSpc>
            </a:pPr>
            <a:endParaRPr lang="nl-BE" dirty="0">
              <a:ea typeface="Calibri" panose="020F0502020204030204"/>
              <a:cs typeface="Calibri" panose="020F0502020204030204"/>
            </a:endParaRPr>
          </a:p>
          <a:p>
            <a:pPr marL="0" indent="0">
              <a:lnSpc>
                <a:spcPct val="120000"/>
              </a:lnSpc>
              <a:buNone/>
            </a:pPr>
            <a:r>
              <a:rPr lang="nl-BE" dirty="0">
                <a:solidFill>
                  <a:schemeClr val="accent1"/>
                </a:solidFill>
              </a:rPr>
              <a:t>Best regards,</a:t>
            </a:r>
          </a:p>
          <a:p>
            <a:pPr indent="0">
              <a:lnSpc>
                <a:spcPct val="120000"/>
              </a:lnSpc>
              <a:buNone/>
            </a:pPr>
            <a:r>
              <a:rPr lang="nl-BE" dirty="0"/>
              <a:t>Peter Parker</a:t>
            </a:r>
          </a:p>
          <a:p>
            <a:pPr indent="-170815"/>
            <a:endParaRPr lang="nl-BE" dirty="0">
              <a:ea typeface="Calibri" panose="020F0502020204030204"/>
              <a:cs typeface="Calibri" panose="020F0502020204030204"/>
            </a:endParaRPr>
          </a:p>
        </p:txBody>
      </p:sp>
      <p:sp>
        <p:nvSpPr>
          <p:cNvPr id="4" name="Tijdelijke aanduiding voor inhoud 3">
            <a:extLst>
              <a:ext uri="{FF2B5EF4-FFF2-40B4-BE49-F238E27FC236}">
                <a16:creationId xmlns:a16="http://schemas.microsoft.com/office/drawing/2014/main" id="{5E14EE17-8456-B24C-A87D-1759EE095665}"/>
              </a:ext>
            </a:extLst>
          </p:cNvPr>
          <p:cNvSpPr>
            <a:spLocks noGrp="1"/>
          </p:cNvSpPr>
          <p:nvPr>
            <p:ph sz="half" idx="2"/>
          </p:nvPr>
        </p:nvSpPr>
        <p:spPr>
          <a:xfrm>
            <a:off x="7075528" y="1198114"/>
            <a:ext cx="5139663" cy="4522748"/>
          </a:xfrm>
        </p:spPr>
        <p:txBody>
          <a:bodyPr vert="horz" lIns="91440" tIns="45720" rIns="91440" bIns="45720" rtlCol="0" anchor="t">
            <a:normAutofit fontScale="92500" lnSpcReduction="10000"/>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buNone/>
            </a:pPr>
            <a:r>
              <a:rPr lang="nl-BE" dirty="0">
                <a:solidFill>
                  <a:schemeClr val="accent1"/>
                </a:solidFill>
              </a:rPr>
              <a:t>5. </a:t>
            </a:r>
            <a:r>
              <a:rPr lang="nl-BE" dirty="0" err="1">
                <a:solidFill>
                  <a:schemeClr val="accent1"/>
                </a:solidFill>
              </a:rPr>
              <a:t>Ending</a:t>
            </a:r>
            <a:endParaRPr lang="nl-BE" dirty="0" err="1">
              <a:solidFill>
                <a:schemeClr val="accent1"/>
              </a:solidFill>
              <a:ea typeface="Calibri"/>
              <a:cs typeface="Calibri"/>
            </a:endParaRPr>
          </a:p>
          <a:p>
            <a:pPr marL="0" indent="0">
              <a:buNone/>
            </a:pPr>
            <a:endParaRPr lang="nl-BE" dirty="0"/>
          </a:p>
          <a:p>
            <a:pPr marL="0" indent="0">
              <a:buNone/>
            </a:pPr>
            <a:r>
              <a:rPr lang="nl-BE" sz="2400" dirty="0"/>
              <a:t>Best regards</a:t>
            </a:r>
          </a:p>
          <a:p>
            <a:pPr marL="0" indent="0">
              <a:buNone/>
            </a:pPr>
            <a:r>
              <a:rPr lang="nl-BE" sz="2400" dirty="0"/>
              <a:t>Kind regards</a:t>
            </a:r>
          </a:p>
          <a:p>
            <a:pPr marL="0" indent="0">
              <a:buNone/>
            </a:pPr>
            <a:r>
              <a:rPr lang="nl-BE" sz="2400" dirty="0"/>
              <a:t>Yours sincerely</a:t>
            </a:r>
          </a:p>
          <a:p>
            <a:pPr marL="0" indent="0">
              <a:buNone/>
            </a:pPr>
            <a:r>
              <a:rPr lang="nl-BE" sz="2400" dirty="0"/>
              <a:t>+ your name</a:t>
            </a:r>
          </a:p>
          <a:p>
            <a:pPr marL="0" indent="0">
              <a:buNone/>
            </a:pPr>
            <a:endParaRPr lang="nl-BE" sz="2400" dirty="0"/>
          </a:p>
          <a:p>
            <a:pPr indent="0">
              <a:buNone/>
            </a:pPr>
            <a:r>
              <a:rPr lang="nl-BE" sz="2400" dirty="0"/>
              <a:t>Note: </a:t>
            </a:r>
            <a:endParaRPr lang="nl-BE" dirty="0"/>
          </a:p>
          <a:p>
            <a:pPr marL="342900" indent="-342900"/>
            <a:r>
              <a:rPr lang="nl-BE" sz="2400" dirty="0" err="1"/>
              <a:t>Comma</a:t>
            </a:r>
            <a:r>
              <a:rPr lang="nl-BE" sz="2400" dirty="0"/>
              <a:t> </a:t>
            </a:r>
            <a:r>
              <a:rPr lang="nl-BE" dirty="0"/>
              <a:t>at </a:t>
            </a:r>
            <a:r>
              <a:rPr lang="nl-BE" dirty="0" err="1"/>
              <a:t>beginning</a:t>
            </a:r>
            <a:r>
              <a:rPr lang="nl-BE" dirty="0"/>
              <a:t>? </a:t>
            </a:r>
            <a:r>
              <a:rPr lang="nl-BE" dirty="0" err="1"/>
              <a:t>Comma</a:t>
            </a:r>
            <a:r>
              <a:rPr lang="nl-BE" dirty="0"/>
              <a:t> at </a:t>
            </a:r>
            <a:r>
              <a:rPr lang="nl-BE" dirty="0" err="1"/>
              <a:t>the</a:t>
            </a:r>
            <a:r>
              <a:rPr lang="nl-BE" dirty="0"/>
              <a:t> end.</a:t>
            </a:r>
            <a:endParaRPr lang="nl-BE" dirty="0">
              <a:ea typeface="Calibri"/>
              <a:cs typeface="Calibri"/>
            </a:endParaRPr>
          </a:p>
          <a:p>
            <a:pPr marL="342900" indent="-342900"/>
            <a:r>
              <a:rPr lang="nl-BE" dirty="0">
                <a:ea typeface="Calibri"/>
                <a:cs typeface="Calibri"/>
              </a:rPr>
              <a:t>No </a:t>
            </a:r>
            <a:r>
              <a:rPr lang="nl-BE" dirty="0" err="1">
                <a:ea typeface="Calibri"/>
                <a:cs typeface="Calibri"/>
              </a:rPr>
              <a:t>comma</a:t>
            </a:r>
            <a:r>
              <a:rPr lang="nl-BE" dirty="0">
                <a:ea typeface="Calibri"/>
                <a:cs typeface="Calibri"/>
              </a:rPr>
              <a:t> at </a:t>
            </a:r>
            <a:r>
              <a:rPr lang="nl-BE" dirty="0" err="1">
                <a:ea typeface="Calibri"/>
                <a:cs typeface="Calibri"/>
              </a:rPr>
              <a:t>beginning</a:t>
            </a:r>
            <a:r>
              <a:rPr lang="nl-BE" dirty="0">
                <a:ea typeface="Calibri"/>
                <a:cs typeface="Calibri"/>
              </a:rPr>
              <a:t>? No </a:t>
            </a:r>
            <a:r>
              <a:rPr lang="nl-BE" dirty="0" err="1">
                <a:ea typeface="Calibri"/>
                <a:cs typeface="Calibri"/>
              </a:rPr>
              <a:t>comma</a:t>
            </a:r>
            <a:r>
              <a:rPr lang="nl-BE" dirty="0">
                <a:ea typeface="Calibri"/>
                <a:cs typeface="Calibri"/>
              </a:rPr>
              <a:t> at </a:t>
            </a:r>
            <a:r>
              <a:rPr lang="nl-BE" dirty="0" err="1">
                <a:ea typeface="Calibri"/>
                <a:cs typeface="Calibri"/>
              </a:rPr>
              <a:t>the</a:t>
            </a:r>
            <a:r>
              <a:rPr lang="nl-BE" dirty="0">
                <a:ea typeface="Calibri"/>
                <a:cs typeface="Calibri"/>
              </a:rPr>
              <a:t> end!</a:t>
            </a:r>
          </a:p>
        </p:txBody>
      </p:sp>
      <p:cxnSp>
        <p:nvCxnSpPr>
          <p:cNvPr id="9" name="Rechte verbindingslijn 8">
            <a:extLst>
              <a:ext uri="{FF2B5EF4-FFF2-40B4-BE49-F238E27FC236}">
                <a16:creationId xmlns:a16="http://schemas.microsoft.com/office/drawing/2014/main" id="{87354592-DA01-6C41-A47F-DAD53B8223E3}"/>
              </a:ext>
            </a:extLst>
          </p:cNvPr>
          <p:cNvCxnSpPr/>
          <p:nvPr/>
        </p:nvCxnSpPr>
        <p:spPr>
          <a:xfrm>
            <a:off x="6835856" y="1479714"/>
            <a:ext cx="0" cy="4022317"/>
          </a:xfrm>
          <a:prstGeom prst="line">
            <a:avLst/>
          </a:prstGeom>
          <a:ln w="95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Rectangle 1">
            <a:extLst>
              <a:ext uri="{FF2B5EF4-FFF2-40B4-BE49-F238E27FC236}">
                <a16:creationId xmlns:a16="http://schemas.microsoft.com/office/drawing/2014/main" id="{6748300C-F900-E60A-1A50-579BAA340335}"/>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11" name="Tijdelijke aanduiding voor dianummer 3">
            <a:extLst>
              <a:ext uri="{FF2B5EF4-FFF2-40B4-BE49-F238E27FC236}">
                <a16:creationId xmlns:a16="http://schemas.microsoft.com/office/drawing/2014/main" id="{20E9C748-B9ED-1485-AAB4-1AB0D6F73723}"/>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26</a:t>
            </a:fld>
            <a:endParaRPr lang="nl-BE" altLang="nl-BE" dirty="0"/>
          </a:p>
        </p:txBody>
      </p:sp>
    </p:spTree>
    <p:extLst>
      <p:ext uri="{BB962C8B-B14F-4D97-AF65-F5344CB8AC3E}">
        <p14:creationId xmlns:p14="http://schemas.microsoft.com/office/powerpoint/2010/main" val="378301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2762C69D-ACC3-9D48-B802-35E8F6FB2A6C}"/>
              </a:ext>
            </a:extLst>
          </p:cNvPr>
          <p:cNvSpPr>
            <a:spLocks noGrp="1"/>
          </p:cNvSpPr>
          <p:nvPr>
            <p:ph sz="half" idx="1"/>
          </p:nvPr>
        </p:nvSpPr>
        <p:spPr>
          <a:xfrm>
            <a:off x="468923" y="1253331"/>
            <a:ext cx="5550877" cy="4978136"/>
          </a:xfrm>
        </p:spPr>
        <p:txBody>
          <a:bodyPr vert="horz" lIns="121920" tIns="60960" rIns="121920" bIns="60960" rtlCol="0" anchor="t">
            <a:normAutofit fontScale="62500" lnSpcReduction="20000"/>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lnSpc>
                <a:spcPct val="120000"/>
              </a:lnSpc>
              <a:buNone/>
            </a:pPr>
            <a:r>
              <a:rPr lang="nl-BE" sz="3200" dirty="0" err="1">
                <a:latin typeface="+mn-lt"/>
              </a:rPr>
              <a:t>Dear</a:t>
            </a:r>
            <a:r>
              <a:rPr lang="nl-BE" sz="3200" dirty="0">
                <a:latin typeface="+mn-lt"/>
              </a:rPr>
              <a:t> Mr. Williams,</a:t>
            </a:r>
          </a:p>
          <a:p>
            <a:pPr marL="0" indent="0">
              <a:lnSpc>
                <a:spcPct val="120000"/>
              </a:lnSpc>
              <a:buNone/>
            </a:pPr>
            <a:r>
              <a:rPr lang="nl-BE" sz="3200" dirty="0">
                <a:latin typeface="+mn-lt"/>
                <a:cs typeface="Arial"/>
              </a:rPr>
              <a:t>It was </a:t>
            </a:r>
            <a:r>
              <a:rPr lang="nl-BE" sz="3200" dirty="0" err="1">
                <a:latin typeface="+mn-lt"/>
                <a:cs typeface="Arial"/>
              </a:rPr>
              <a:t>very</a:t>
            </a:r>
            <a:r>
              <a:rPr lang="nl-BE" sz="3200" dirty="0">
                <a:latin typeface="+mn-lt"/>
                <a:cs typeface="Arial"/>
              </a:rPr>
              <a:t> </a:t>
            </a:r>
            <a:r>
              <a:rPr lang="nl-BE" sz="3200" dirty="0" err="1">
                <a:latin typeface="+mn-lt"/>
                <a:cs typeface="Arial"/>
              </a:rPr>
              <a:t>nice</a:t>
            </a:r>
            <a:r>
              <a:rPr lang="nl-BE" sz="3200" dirty="0">
                <a:latin typeface="+mn-lt"/>
                <a:cs typeface="Arial"/>
              </a:rPr>
              <a:t> meeting </a:t>
            </a:r>
            <a:r>
              <a:rPr lang="nl-BE" sz="3200" dirty="0" err="1">
                <a:latin typeface="+mn-lt"/>
                <a:cs typeface="Arial"/>
              </a:rPr>
              <a:t>you</a:t>
            </a:r>
            <a:r>
              <a:rPr lang="nl-BE" sz="3200" dirty="0">
                <a:latin typeface="+mn-lt"/>
                <a:cs typeface="Arial"/>
              </a:rPr>
              <a:t> at </a:t>
            </a:r>
            <a:r>
              <a:rPr lang="nl-BE" sz="3200" dirty="0" err="1">
                <a:latin typeface="+mn-lt"/>
                <a:cs typeface="Arial"/>
              </a:rPr>
              <a:t>the</a:t>
            </a:r>
            <a:r>
              <a:rPr lang="nl-BE" sz="3200" dirty="0">
                <a:latin typeface="+mn-lt"/>
                <a:cs typeface="Arial"/>
              </a:rPr>
              <a:t> IT fair. I hope </a:t>
            </a:r>
            <a:r>
              <a:rPr lang="nl-BE" sz="3200" dirty="0" err="1">
                <a:latin typeface="+mn-lt"/>
                <a:cs typeface="Arial"/>
              </a:rPr>
              <a:t>you</a:t>
            </a:r>
            <a:r>
              <a:rPr lang="nl-BE" sz="3200" dirty="0">
                <a:latin typeface="+mn-lt"/>
                <a:cs typeface="Arial"/>
              </a:rPr>
              <a:t> had a </a:t>
            </a:r>
            <a:r>
              <a:rPr lang="nl-BE" sz="3200" dirty="0" err="1">
                <a:latin typeface="+mn-lt"/>
                <a:cs typeface="Arial"/>
              </a:rPr>
              <a:t>smooth</a:t>
            </a:r>
            <a:r>
              <a:rPr lang="nl-BE" sz="3200" dirty="0">
                <a:latin typeface="+mn-lt"/>
                <a:cs typeface="Arial"/>
              </a:rPr>
              <a:t> trip back </a:t>
            </a:r>
            <a:r>
              <a:rPr lang="nl-BE" sz="3200" dirty="0" err="1">
                <a:latin typeface="+mn-lt"/>
                <a:cs typeface="Arial"/>
              </a:rPr>
              <a:t>to</a:t>
            </a:r>
            <a:r>
              <a:rPr lang="nl-BE" sz="3200" dirty="0">
                <a:latin typeface="+mn-lt"/>
                <a:cs typeface="Arial"/>
              </a:rPr>
              <a:t> </a:t>
            </a:r>
            <a:r>
              <a:rPr lang="nl-BE" sz="3200" dirty="0" err="1">
                <a:latin typeface="+mn-lt"/>
                <a:cs typeface="Arial"/>
              </a:rPr>
              <a:t>the</a:t>
            </a:r>
            <a:r>
              <a:rPr lang="nl-BE" sz="3200" dirty="0">
                <a:latin typeface="+mn-lt"/>
                <a:cs typeface="Arial"/>
              </a:rPr>
              <a:t> UK. </a:t>
            </a:r>
          </a:p>
          <a:p>
            <a:pPr marL="0" indent="0">
              <a:lnSpc>
                <a:spcPct val="120000"/>
              </a:lnSpc>
              <a:buNone/>
            </a:pPr>
            <a:r>
              <a:rPr lang="nl-BE" sz="3200" dirty="0" err="1">
                <a:latin typeface="+mn-lt"/>
                <a:cs typeface="Arial"/>
              </a:rPr>
              <a:t>Please</a:t>
            </a:r>
            <a:r>
              <a:rPr lang="nl-BE" sz="3200" dirty="0">
                <a:latin typeface="+mn-lt"/>
                <a:cs typeface="Arial"/>
              </a:rPr>
              <a:t> </a:t>
            </a:r>
            <a:r>
              <a:rPr lang="nl-BE" sz="3200" dirty="0" err="1">
                <a:latin typeface="+mn-lt"/>
                <a:cs typeface="Arial"/>
              </a:rPr>
              <a:t>find</a:t>
            </a:r>
            <a:r>
              <a:rPr lang="nl-BE" sz="3200" dirty="0">
                <a:latin typeface="+mn-lt"/>
                <a:cs typeface="Arial"/>
              </a:rPr>
              <a:t> </a:t>
            </a:r>
            <a:r>
              <a:rPr lang="nl-BE" sz="3200" dirty="0" err="1">
                <a:solidFill>
                  <a:schemeClr val="accent1"/>
                </a:solidFill>
                <a:latin typeface="+mn-lt"/>
                <a:cs typeface="Arial"/>
              </a:rPr>
              <a:t>attached</a:t>
            </a:r>
            <a:r>
              <a:rPr lang="nl-BE" sz="3200" dirty="0">
                <a:latin typeface="+mn-lt"/>
                <a:cs typeface="Arial"/>
              </a:rPr>
              <a:t> a document </a:t>
            </a:r>
            <a:r>
              <a:rPr lang="nl-BE" sz="3200" dirty="0" err="1">
                <a:latin typeface="+mn-lt"/>
                <a:cs typeface="Arial"/>
              </a:rPr>
              <a:t>with</a:t>
            </a:r>
            <a:r>
              <a:rPr lang="nl-BE" sz="3200" dirty="0">
                <a:latin typeface="+mn-lt"/>
                <a:cs typeface="Arial"/>
              </a:rPr>
              <a:t> information </a:t>
            </a:r>
            <a:r>
              <a:rPr lang="nl-BE" sz="3200" dirty="0" err="1">
                <a:latin typeface="+mn-lt"/>
                <a:cs typeface="Arial"/>
              </a:rPr>
              <a:t>about</a:t>
            </a:r>
            <a:r>
              <a:rPr lang="nl-BE" sz="3200" dirty="0">
                <a:latin typeface="+mn-lt"/>
                <a:cs typeface="Arial"/>
              </a:rPr>
              <a:t> </a:t>
            </a:r>
            <a:r>
              <a:rPr lang="nl-BE" sz="3200" dirty="0" err="1">
                <a:latin typeface="+mn-lt"/>
                <a:cs typeface="Arial"/>
              </a:rPr>
              <a:t>Novacup</a:t>
            </a:r>
            <a:r>
              <a:rPr lang="nl-BE" sz="3200" dirty="0">
                <a:latin typeface="+mn-lt"/>
                <a:cs typeface="Arial"/>
              </a:rPr>
              <a:t>. Samantha Lewis is </a:t>
            </a:r>
            <a:r>
              <a:rPr lang="nl-BE" sz="3200" dirty="0" err="1">
                <a:latin typeface="+mn-lt"/>
                <a:cs typeface="Arial"/>
              </a:rPr>
              <a:t>our</a:t>
            </a:r>
            <a:r>
              <a:rPr lang="nl-BE" sz="3200" dirty="0">
                <a:latin typeface="+mn-lt"/>
                <a:cs typeface="Arial"/>
              </a:rPr>
              <a:t> </a:t>
            </a:r>
            <a:r>
              <a:rPr lang="nl-BE" sz="3200" dirty="0" err="1">
                <a:latin typeface="+mn-lt"/>
                <a:cs typeface="Arial"/>
              </a:rPr>
              <a:t>purchasing</a:t>
            </a:r>
            <a:r>
              <a:rPr lang="nl-BE" sz="3200" dirty="0">
                <a:latin typeface="+mn-lt"/>
                <a:cs typeface="Arial"/>
              </a:rPr>
              <a:t> manager; </a:t>
            </a:r>
            <a:r>
              <a:rPr lang="nl-BE" sz="3200" dirty="0" err="1">
                <a:latin typeface="+mn-lt"/>
                <a:cs typeface="Arial"/>
              </a:rPr>
              <a:t>I’m</a:t>
            </a:r>
            <a:r>
              <a:rPr lang="nl-BE" sz="3200" dirty="0">
                <a:latin typeface="+mn-lt"/>
                <a:cs typeface="Arial"/>
              </a:rPr>
              <a:t> </a:t>
            </a:r>
            <a:r>
              <a:rPr lang="nl-BE" sz="3200" dirty="0" err="1">
                <a:solidFill>
                  <a:schemeClr val="accent1"/>
                </a:solidFill>
                <a:latin typeface="+mn-lt"/>
                <a:cs typeface="Arial"/>
              </a:rPr>
              <a:t>copying</a:t>
            </a:r>
            <a:r>
              <a:rPr lang="nl-BE" sz="3200" dirty="0">
                <a:latin typeface="+mn-lt"/>
                <a:cs typeface="Arial"/>
              </a:rPr>
              <a:t> her </a:t>
            </a:r>
            <a:r>
              <a:rPr lang="nl-BE" sz="3200" dirty="0">
                <a:solidFill>
                  <a:schemeClr val="accent1"/>
                </a:solidFill>
                <a:latin typeface="+mn-lt"/>
                <a:cs typeface="Arial"/>
              </a:rPr>
              <a:t>in</a:t>
            </a:r>
            <a:r>
              <a:rPr lang="nl-BE" sz="3200" dirty="0">
                <a:latin typeface="+mn-lt"/>
                <a:cs typeface="Arial"/>
              </a:rPr>
              <a:t> on </a:t>
            </a:r>
            <a:r>
              <a:rPr lang="nl-BE" sz="3200" dirty="0" err="1">
                <a:latin typeface="+mn-lt"/>
                <a:cs typeface="Arial"/>
              </a:rPr>
              <a:t>this</a:t>
            </a:r>
            <a:r>
              <a:rPr lang="nl-BE" sz="3200" dirty="0">
                <a:latin typeface="+mn-lt"/>
                <a:cs typeface="Arial"/>
              </a:rPr>
              <a:t>. I </a:t>
            </a:r>
            <a:r>
              <a:rPr lang="nl-BE" sz="3200" dirty="0" err="1">
                <a:latin typeface="+mn-lt"/>
                <a:cs typeface="Arial"/>
              </a:rPr>
              <a:t>will</a:t>
            </a:r>
            <a:r>
              <a:rPr lang="nl-BE" sz="3200" dirty="0">
                <a:latin typeface="+mn-lt"/>
                <a:cs typeface="Arial"/>
              </a:rPr>
              <a:t> </a:t>
            </a:r>
            <a:r>
              <a:rPr lang="nl-BE" sz="3200" dirty="0" err="1">
                <a:latin typeface="+mn-lt"/>
                <a:cs typeface="Arial"/>
              </a:rPr>
              <a:t>also</a:t>
            </a:r>
            <a:r>
              <a:rPr lang="nl-BE" sz="3200" dirty="0">
                <a:latin typeface="+mn-lt"/>
                <a:cs typeface="Arial"/>
              </a:rPr>
              <a:t> </a:t>
            </a:r>
            <a:r>
              <a:rPr lang="nl-BE" sz="3200" dirty="0">
                <a:solidFill>
                  <a:schemeClr val="accent1"/>
                </a:solidFill>
                <a:latin typeface="+mn-lt"/>
                <a:cs typeface="Arial"/>
              </a:rPr>
              <a:t>forward</a:t>
            </a:r>
            <a:r>
              <a:rPr lang="nl-BE" sz="3200" dirty="0">
                <a:latin typeface="+mn-lt"/>
                <a:cs typeface="Arial"/>
              </a:rPr>
              <a:t> </a:t>
            </a:r>
            <a:r>
              <a:rPr lang="nl-BE" sz="3200" dirty="0" err="1">
                <a:latin typeface="+mn-lt"/>
                <a:cs typeface="Arial"/>
              </a:rPr>
              <a:t>your</a:t>
            </a:r>
            <a:r>
              <a:rPr lang="nl-BE" sz="3200" dirty="0">
                <a:latin typeface="+mn-lt"/>
                <a:cs typeface="Arial"/>
              </a:rPr>
              <a:t> details </a:t>
            </a:r>
            <a:r>
              <a:rPr lang="nl-BE" sz="3200" dirty="0" err="1">
                <a:latin typeface="+mn-lt"/>
                <a:cs typeface="Arial"/>
              </a:rPr>
              <a:t>to</a:t>
            </a:r>
            <a:r>
              <a:rPr lang="nl-BE" sz="3200" dirty="0">
                <a:latin typeface="+mn-lt"/>
                <a:cs typeface="Arial"/>
              </a:rPr>
              <a:t> </a:t>
            </a:r>
            <a:r>
              <a:rPr lang="nl-BE" sz="3200" dirty="0" err="1">
                <a:latin typeface="+mn-lt"/>
                <a:cs typeface="Arial"/>
              </a:rPr>
              <a:t>Mrs</a:t>
            </a:r>
            <a:r>
              <a:rPr lang="nl-BE" sz="3200" dirty="0">
                <a:latin typeface="+mn-lt"/>
                <a:cs typeface="Arial"/>
              </a:rPr>
              <a:t> </a:t>
            </a:r>
            <a:r>
              <a:rPr lang="nl-BE" sz="3200" dirty="0" err="1">
                <a:latin typeface="+mn-lt"/>
                <a:cs typeface="Arial"/>
              </a:rPr>
              <a:t>Howard</a:t>
            </a:r>
            <a:r>
              <a:rPr lang="nl-BE" sz="3200" dirty="0">
                <a:latin typeface="+mn-lt"/>
                <a:cs typeface="Arial"/>
              </a:rPr>
              <a:t>, </a:t>
            </a:r>
            <a:r>
              <a:rPr lang="nl-BE" sz="3200" dirty="0" err="1">
                <a:latin typeface="+mn-lt"/>
                <a:cs typeface="Arial"/>
              </a:rPr>
              <a:t>our</a:t>
            </a:r>
            <a:r>
              <a:rPr lang="nl-BE" sz="3200" dirty="0">
                <a:latin typeface="+mn-lt"/>
                <a:cs typeface="Arial"/>
              </a:rPr>
              <a:t> CEO. </a:t>
            </a:r>
            <a:endParaRPr lang="nl-BE" sz="3200" dirty="0">
              <a:latin typeface="+mn-lt"/>
            </a:endParaRPr>
          </a:p>
          <a:p>
            <a:pPr marL="0" indent="0">
              <a:lnSpc>
                <a:spcPct val="120000"/>
              </a:lnSpc>
              <a:buNone/>
            </a:pPr>
            <a:r>
              <a:rPr lang="nl-BE" sz="3200" dirty="0" err="1">
                <a:latin typeface="+mn-lt"/>
              </a:rPr>
              <a:t>Please</a:t>
            </a:r>
            <a:r>
              <a:rPr lang="nl-BE" sz="3200" dirty="0">
                <a:latin typeface="+mn-lt"/>
              </a:rPr>
              <a:t> </a:t>
            </a:r>
            <a:r>
              <a:rPr lang="nl-BE" sz="3200" dirty="0" err="1">
                <a:latin typeface="+mn-lt"/>
              </a:rPr>
              <a:t>don’t</a:t>
            </a:r>
            <a:r>
              <a:rPr lang="nl-BE" sz="3200" dirty="0">
                <a:latin typeface="+mn-lt"/>
              </a:rPr>
              <a:t> </a:t>
            </a:r>
            <a:r>
              <a:rPr lang="nl-BE" sz="3200" dirty="0" err="1">
                <a:latin typeface="+mn-lt"/>
              </a:rPr>
              <a:t>hesitate</a:t>
            </a:r>
            <a:r>
              <a:rPr lang="nl-BE" sz="3200" dirty="0">
                <a:latin typeface="+mn-lt"/>
              </a:rPr>
              <a:t> </a:t>
            </a:r>
            <a:r>
              <a:rPr lang="nl-BE" sz="3200" dirty="0" err="1">
                <a:latin typeface="+mn-lt"/>
              </a:rPr>
              <a:t>to</a:t>
            </a:r>
            <a:r>
              <a:rPr lang="nl-BE" sz="3200" dirty="0">
                <a:latin typeface="+mn-lt"/>
              </a:rPr>
              <a:t> contact me </a:t>
            </a:r>
            <a:r>
              <a:rPr lang="nl-BE" sz="3200" dirty="0" err="1">
                <a:latin typeface="+mn-lt"/>
              </a:rPr>
              <a:t>if</a:t>
            </a:r>
            <a:r>
              <a:rPr lang="nl-BE" sz="3200" dirty="0">
                <a:latin typeface="+mn-lt"/>
              </a:rPr>
              <a:t> </a:t>
            </a:r>
            <a:r>
              <a:rPr lang="nl-BE" sz="3200" dirty="0" err="1">
                <a:latin typeface="+mn-lt"/>
              </a:rPr>
              <a:t>you</a:t>
            </a:r>
            <a:r>
              <a:rPr lang="nl-BE" sz="3200" dirty="0">
                <a:latin typeface="+mn-lt"/>
              </a:rPr>
              <a:t> </a:t>
            </a:r>
            <a:r>
              <a:rPr lang="nl-BE" sz="3200" dirty="0" err="1">
                <a:latin typeface="+mn-lt"/>
              </a:rPr>
              <a:t>require</a:t>
            </a:r>
            <a:r>
              <a:rPr lang="nl-BE" sz="3200" dirty="0">
                <a:latin typeface="+mn-lt"/>
              </a:rPr>
              <a:t> </a:t>
            </a:r>
            <a:r>
              <a:rPr lang="nl-BE" sz="3200" dirty="0" err="1">
                <a:latin typeface="+mn-lt"/>
              </a:rPr>
              <a:t>any</a:t>
            </a:r>
            <a:r>
              <a:rPr lang="nl-BE" sz="3200" dirty="0">
                <a:latin typeface="+mn-lt"/>
              </a:rPr>
              <a:t> </a:t>
            </a:r>
            <a:r>
              <a:rPr lang="nl-BE" sz="3200" dirty="0" err="1">
                <a:latin typeface="+mn-lt"/>
              </a:rPr>
              <a:t>other</a:t>
            </a:r>
            <a:r>
              <a:rPr lang="nl-BE" sz="3200" dirty="0">
                <a:latin typeface="+mn-lt"/>
              </a:rPr>
              <a:t> information. </a:t>
            </a:r>
          </a:p>
          <a:p>
            <a:pPr marL="0" indent="0">
              <a:lnSpc>
                <a:spcPct val="120000"/>
              </a:lnSpc>
              <a:buNone/>
            </a:pPr>
            <a:r>
              <a:rPr lang="nl-BE" sz="3200" dirty="0">
                <a:latin typeface="+mn-lt"/>
              </a:rPr>
              <a:t>Best </a:t>
            </a:r>
            <a:r>
              <a:rPr lang="nl-BE" sz="3200" dirty="0" err="1">
                <a:latin typeface="+mn-lt"/>
              </a:rPr>
              <a:t>regards</a:t>
            </a:r>
            <a:r>
              <a:rPr lang="nl-BE" sz="3200" dirty="0">
                <a:latin typeface="+mn-lt"/>
              </a:rPr>
              <a:t>,</a:t>
            </a:r>
            <a:br>
              <a:rPr lang="nl-BE" sz="3200" dirty="0">
                <a:latin typeface="+mn-lt"/>
              </a:rPr>
            </a:br>
            <a:r>
              <a:rPr lang="nl-BE" sz="3200" dirty="0">
                <a:latin typeface="+mn-lt"/>
              </a:rPr>
              <a:t>Clark Kent</a:t>
            </a:r>
          </a:p>
          <a:p>
            <a:pPr marL="0" indent="0">
              <a:lnSpc>
                <a:spcPct val="120000"/>
              </a:lnSpc>
              <a:buNone/>
            </a:pPr>
            <a:r>
              <a:rPr lang="nl-BE" sz="3200" dirty="0">
                <a:latin typeface="+mn-lt"/>
              </a:rPr>
              <a:t>1 IT6a  </a:t>
            </a:r>
          </a:p>
          <a:p>
            <a:pPr marL="0" indent="0">
              <a:buNone/>
            </a:pPr>
            <a:endParaRPr lang="nl-BE" dirty="0"/>
          </a:p>
          <a:p>
            <a:endParaRPr lang="nl-BE" dirty="0"/>
          </a:p>
        </p:txBody>
      </p:sp>
      <p:sp>
        <p:nvSpPr>
          <p:cNvPr id="4" name="Tijdelijke aanduiding voor inhoud 3">
            <a:extLst>
              <a:ext uri="{FF2B5EF4-FFF2-40B4-BE49-F238E27FC236}">
                <a16:creationId xmlns:a16="http://schemas.microsoft.com/office/drawing/2014/main" id="{B8142772-7A40-EE4C-80B7-69D6681A0523}"/>
              </a:ext>
            </a:extLst>
          </p:cNvPr>
          <p:cNvSpPr>
            <a:spLocks noGrp="1"/>
          </p:cNvSpPr>
          <p:nvPr>
            <p:ph sz="half" idx="2"/>
          </p:nvPr>
        </p:nvSpPr>
        <p:spPr>
          <a:xfrm>
            <a:off x="6679549" y="1253331"/>
            <a:ext cx="4674251" cy="4351339"/>
          </a:xfrm>
        </p:spPr>
        <p:txBody>
          <a:bodyPr vert="horz" lIns="91440" tIns="45720" rIns="91440" bIns="45720" rtlCol="0" anchor="t">
            <a:norm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buNone/>
            </a:pPr>
            <a:r>
              <a:rPr lang="nl-BE" dirty="0">
                <a:solidFill>
                  <a:schemeClr val="accent1"/>
                </a:solidFill>
              </a:rPr>
              <a:t>6. Email vocabulary</a:t>
            </a:r>
          </a:p>
          <a:p>
            <a:pPr marL="0" indent="0">
              <a:buNone/>
            </a:pPr>
            <a:endParaRPr lang="nl-BE" dirty="0">
              <a:solidFill>
                <a:schemeClr val="accent1"/>
              </a:solidFill>
            </a:endParaRPr>
          </a:p>
          <a:p>
            <a:pPr indent="-170815"/>
            <a:r>
              <a:rPr lang="nl-BE" sz="2400" dirty="0"/>
              <a:t>Attached, attachment</a:t>
            </a:r>
            <a:endParaRPr lang="nl-BE" sz="2400" dirty="0">
              <a:ea typeface="Calibri" panose="020F0502020204030204"/>
              <a:cs typeface="Calibri" panose="020F0502020204030204"/>
            </a:endParaRPr>
          </a:p>
          <a:p>
            <a:pPr indent="-170815"/>
            <a:r>
              <a:rPr lang="nl-BE" sz="2400" dirty="0"/>
              <a:t>To </a:t>
            </a:r>
            <a:r>
              <a:rPr lang="nl-BE" sz="2400" b="1" dirty="0"/>
              <a:t>copy </a:t>
            </a:r>
            <a:r>
              <a:rPr lang="nl-BE" sz="2400" dirty="0"/>
              <a:t>someone </a:t>
            </a:r>
            <a:r>
              <a:rPr lang="nl-BE" sz="2400" b="1" dirty="0"/>
              <a:t>in </a:t>
            </a:r>
            <a:r>
              <a:rPr lang="nl-BE" sz="2400" dirty="0"/>
              <a:t>on an email</a:t>
            </a:r>
            <a:endParaRPr lang="nl-BE" sz="2400" dirty="0">
              <a:ea typeface="Calibri"/>
              <a:cs typeface="Calibri"/>
            </a:endParaRPr>
          </a:p>
          <a:p>
            <a:pPr indent="-170815"/>
            <a:r>
              <a:rPr lang="nl-BE" sz="2400" dirty="0"/>
              <a:t>To forward</a:t>
            </a:r>
            <a:endParaRPr lang="nl-BE" sz="2400" dirty="0">
              <a:ea typeface="Calibri" panose="020F0502020204030204"/>
              <a:cs typeface="Calibri" panose="020F0502020204030204"/>
            </a:endParaRPr>
          </a:p>
        </p:txBody>
      </p:sp>
      <p:cxnSp>
        <p:nvCxnSpPr>
          <p:cNvPr id="9" name="Rechte verbindingslijn 8">
            <a:extLst>
              <a:ext uri="{FF2B5EF4-FFF2-40B4-BE49-F238E27FC236}">
                <a16:creationId xmlns:a16="http://schemas.microsoft.com/office/drawing/2014/main" id="{217B922B-4965-4945-B2E5-38126837918E}"/>
              </a:ext>
            </a:extLst>
          </p:cNvPr>
          <p:cNvCxnSpPr/>
          <p:nvPr/>
        </p:nvCxnSpPr>
        <p:spPr>
          <a:xfrm>
            <a:off x="6346092" y="1344247"/>
            <a:ext cx="0" cy="4043159"/>
          </a:xfrm>
          <a:prstGeom prst="line">
            <a:avLst/>
          </a:prstGeom>
          <a:ln w="95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Rectangle 1">
            <a:extLst>
              <a:ext uri="{FF2B5EF4-FFF2-40B4-BE49-F238E27FC236}">
                <a16:creationId xmlns:a16="http://schemas.microsoft.com/office/drawing/2014/main" id="{FFB40804-5395-5D91-8A77-AFCA037091AB}"/>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11" name="Tijdelijke aanduiding voor dianummer 3">
            <a:extLst>
              <a:ext uri="{FF2B5EF4-FFF2-40B4-BE49-F238E27FC236}">
                <a16:creationId xmlns:a16="http://schemas.microsoft.com/office/drawing/2014/main" id="{2A06999F-6FAC-3BE8-003C-2A62147B66CC}"/>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27</a:t>
            </a:fld>
            <a:endParaRPr lang="nl-BE" altLang="nl-BE" dirty="0"/>
          </a:p>
        </p:txBody>
      </p:sp>
    </p:spTree>
    <p:extLst>
      <p:ext uri="{BB962C8B-B14F-4D97-AF65-F5344CB8AC3E}">
        <p14:creationId xmlns:p14="http://schemas.microsoft.com/office/powerpoint/2010/main" val="410593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B3592D6C-FE64-42F7-814C-DDD4C61A897B}"/>
              </a:ext>
            </a:extLst>
          </p:cNvPr>
          <p:cNvSpPr>
            <a:spLocks noGrp="1"/>
          </p:cNvSpPr>
          <p:nvPr>
            <p:ph sz="half" idx="1"/>
          </p:nvPr>
        </p:nvSpPr>
        <p:spPr>
          <a:xfrm>
            <a:off x="838201" y="1253331"/>
            <a:ext cx="5569788" cy="4351339"/>
          </a:xfrm>
        </p:spPr>
        <p:txBody>
          <a:bodyPr vert="horz" lIns="121920" tIns="60960" rIns="121920" bIns="60960" rtlCol="0" anchor="t">
            <a:norm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indent="0">
              <a:buNone/>
            </a:pPr>
            <a:endParaRPr lang="nl-NL" sz="2400" dirty="0">
              <a:latin typeface="Arial"/>
              <a:cs typeface="Arial"/>
            </a:endParaRPr>
          </a:p>
          <a:p>
            <a:pPr marL="0" indent="0">
              <a:buNone/>
            </a:pPr>
            <a:r>
              <a:rPr lang="nl-NL" sz="2400" dirty="0" err="1">
                <a:latin typeface="Arial"/>
                <a:cs typeface="Arial"/>
              </a:rPr>
              <a:t>This</a:t>
            </a:r>
            <a:r>
              <a:rPr lang="nl-NL" sz="2400" dirty="0">
                <a:latin typeface="Arial"/>
                <a:cs typeface="Arial"/>
              </a:rPr>
              <a:t> is a </a:t>
            </a:r>
            <a:r>
              <a:rPr lang="nl-NL" sz="2400" dirty="0" err="1">
                <a:latin typeface="Arial"/>
                <a:cs typeface="Arial"/>
              </a:rPr>
              <a:t>paragraph</a:t>
            </a:r>
            <a:r>
              <a:rPr lang="nl-NL" sz="2400" dirty="0">
                <a:latin typeface="Arial"/>
                <a:cs typeface="Arial"/>
              </a:rPr>
              <a:t>. A </a:t>
            </a:r>
            <a:r>
              <a:rPr lang="nl-NL" sz="2400" dirty="0" err="1">
                <a:latin typeface="Arial"/>
                <a:cs typeface="Arial"/>
              </a:rPr>
              <a:t>paragraph</a:t>
            </a:r>
            <a:r>
              <a:rPr lang="nl-NL" sz="2400" dirty="0">
                <a:latin typeface="Arial"/>
                <a:cs typeface="Arial"/>
              </a:rPr>
              <a:t> is a block of </a:t>
            </a:r>
            <a:r>
              <a:rPr lang="nl-NL" sz="2400" dirty="0" err="1">
                <a:latin typeface="Arial"/>
                <a:cs typeface="Arial"/>
              </a:rPr>
              <a:t>text</a:t>
            </a:r>
            <a:r>
              <a:rPr lang="nl-NL" sz="2400" dirty="0">
                <a:latin typeface="Arial"/>
                <a:cs typeface="Arial"/>
              </a:rPr>
              <a:t> </a:t>
            </a:r>
            <a:r>
              <a:rPr lang="nl-NL" sz="2400" dirty="0" err="1">
                <a:latin typeface="Arial"/>
                <a:cs typeface="Arial"/>
              </a:rPr>
              <a:t>kept</a:t>
            </a:r>
            <a:r>
              <a:rPr lang="nl-NL" sz="2400" dirty="0">
                <a:latin typeface="Arial"/>
                <a:cs typeface="Arial"/>
              </a:rPr>
              <a:t> </a:t>
            </a:r>
            <a:r>
              <a:rPr lang="nl-NL" sz="2400" dirty="0" err="1">
                <a:latin typeface="Arial"/>
                <a:cs typeface="Arial"/>
              </a:rPr>
              <a:t>together</a:t>
            </a:r>
            <a:r>
              <a:rPr lang="nl-NL" sz="2400" dirty="0">
                <a:latin typeface="Arial"/>
                <a:cs typeface="Arial"/>
              </a:rPr>
              <a:t>.</a:t>
            </a:r>
            <a:endParaRPr lang="nl-NL"/>
          </a:p>
          <a:p>
            <a:pPr marL="0" indent="0">
              <a:buNone/>
            </a:pPr>
            <a:r>
              <a:rPr lang="nl-NL" sz="2400" dirty="0" err="1">
                <a:latin typeface="Arial"/>
                <a:cs typeface="Arial"/>
              </a:rPr>
              <a:t>This</a:t>
            </a:r>
            <a:r>
              <a:rPr lang="nl-NL" sz="2400" dirty="0">
                <a:latin typeface="Arial"/>
                <a:cs typeface="Arial"/>
              </a:rPr>
              <a:t> is a new </a:t>
            </a:r>
            <a:r>
              <a:rPr lang="nl-NL" sz="2400" dirty="0" err="1">
                <a:latin typeface="Arial"/>
                <a:cs typeface="Arial"/>
              </a:rPr>
              <a:t>paragraph</a:t>
            </a:r>
            <a:r>
              <a:rPr lang="nl-NL" sz="2400" dirty="0">
                <a:latin typeface="Arial"/>
                <a:cs typeface="Arial"/>
              </a:rPr>
              <a:t>. </a:t>
            </a:r>
            <a:r>
              <a:rPr lang="nl-NL" sz="2400" dirty="0" err="1">
                <a:latin typeface="Arial"/>
                <a:cs typeface="Arial"/>
              </a:rPr>
              <a:t>You</a:t>
            </a:r>
            <a:r>
              <a:rPr lang="nl-NL" sz="2400" dirty="0">
                <a:latin typeface="Arial"/>
                <a:cs typeface="Arial"/>
              </a:rPr>
              <a:t> </a:t>
            </a:r>
            <a:r>
              <a:rPr lang="nl-NL" sz="2400" dirty="0" err="1">
                <a:latin typeface="Arial"/>
                <a:cs typeface="Arial"/>
              </a:rPr>
              <a:t>should</a:t>
            </a:r>
            <a:r>
              <a:rPr lang="nl-NL" sz="2400" dirty="0">
                <a:latin typeface="Arial"/>
                <a:cs typeface="Arial"/>
              </a:rPr>
              <a:t> </a:t>
            </a:r>
            <a:r>
              <a:rPr lang="nl-NL" sz="2400" dirty="0" err="1">
                <a:latin typeface="Arial"/>
                <a:cs typeface="Arial"/>
              </a:rPr>
              <a:t>always</a:t>
            </a:r>
            <a:r>
              <a:rPr lang="nl-NL" sz="2400" dirty="0">
                <a:latin typeface="Arial"/>
                <a:cs typeface="Arial"/>
              </a:rPr>
              <a:t> </a:t>
            </a:r>
            <a:r>
              <a:rPr lang="nl-NL" sz="2400" dirty="0" err="1">
                <a:latin typeface="Arial"/>
                <a:cs typeface="Arial"/>
              </a:rPr>
              <a:t>leave</a:t>
            </a:r>
            <a:r>
              <a:rPr lang="nl-NL" sz="2400" dirty="0">
                <a:latin typeface="Arial"/>
                <a:cs typeface="Arial"/>
              </a:rPr>
              <a:t> </a:t>
            </a:r>
            <a:r>
              <a:rPr lang="nl-NL" sz="2400" dirty="0" err="1">
                <a:latin typeface="Arial"/>
                <a:cs typeface="Arial"/>
              </a:rPr>
              <a:t>an</a:t>
            </a:r>
            <a:r>
              <a:rPr lang="nl-NL" sz="2400" dirty="0">
                <a:latin typeface="Arial"/>
                <a:cs typeface="Arial"/>
              </a:rPr>
              <a:t> empty line in </a:t>
            </a:r>
            <a:r>
              <a:rPr lang="nl-NL" sz="2400" dirty="0" err="1">
                <a:latin typeface="Arial"/>
                <a:cs typeface="Arial"/>
              </a:rPr>
              <a:t>between</a:t>
            </a:r>
            <a:r>
              <a:rPr lang="nl-NL" sz="2400" dirty="0">
                <a:latin typeface="Arial"/>
                <a:cs typeface="Arial"/>
              </a:rPr>
              <a:t> </a:t>
            </a:r>
            <a:r>
              <a:rPr lang="nl-NL" sz="2400" dirty="0" err="1">
                <a:latin typeface="Arial"/>
                <a:cs typeface="Arial"/>
              </a:rPr>
              <a:t>paragraphs</a:t>
            </a:r>
            <a:r>
              <a:rPr lang="nl-NL" sz="2400" dirty="0">
                <a:latin typeface="Arial"/>
                <a:cs typeface="Arial"/>
              </a:rPr>
              <a:t>.</a:t>
            </a:r>
            <a:br>
              <a:rPr lang="nl-NL" sz="2400" dirty="0">
                <a:latin typeface="Arial"/>
                <a:cs typeface="Arial"/>
              </a:rPr>
            </a:br>
            <a:r>
              <a:rPr lang="nl-NL" sz="2400" dirty="0" err="1">
                <a:latin typeface="Arial"/>
                <a:cs typeface="Arial"/>
              </a:rPr>
              <a:t>So</a:t>
            </a:r>
            <a:r>
              <a:rPr lang="nl-NL" sz="2400" dirty="0">
                <a:latin typeface="Arial"/>
                <a:cs typeface="Arial"/>
              </a:rPr>
              <a:t>, </a:t>
            </a:r>
            <a:r>
              <a:rPr lang="nl-NL" sz="2400" dirty="0" err="1">
                <a:latin typeface="Arial"/>
                <a:cs typeface="Arial"/>
              </a:rPr>
              <a:t>this</a:t>
            </a:r>
            <a:r>
              <a:rPr lang="nl-NL" sz="2400" dirty="0">
                <a:latin typeface="Arial"/>
                <a:cs typeface="Arial"/>
              </a:rPr>
              <a:t> is WRONG. </a:t>
            </a:r>
          </a:p>
        </p:txBody>
      </p:sp>
      <p:sp>
        <p:nvSpPr>
          <p:cNvPr id="4" name="Tijdelijke aanduiding voor inhoud 3">
            <a:extLst>
              <a:ext uri="{FF2B5EF4-FFF2-40B4-BE49-F238E27FC236}">
                <a16:creationId xmlns:a16="http://schemas.microsoft.com/office/drawing/2014/main" id="{5D109A10-6103-4335-8CF1-29452A492931}"/>
              </a:ext>
            </a:extLst>
          </p:cNvPr>
          <p:cNvSpPr>
            <a:spLocks noGrp="1"/>
          </p:cNvSpPr>
          <p:nvPr>
            <p:ph sz="half" idx="2"/>
          </p:nvPr>
        </p:nvSpPr>
        <p:spPr>
          <a:xfrm>
            <a:off x="6905445" y="1253331"/>
            <a:ext cx="4448356" cy="4351339"/>
          </a:xfrm>
        </p:spPr>
        <p:txBody>
          <a:bodyPr vert="horz" lIns="121920" tIns="60960" rIns="121920" bIns="60960" rtlCol="0" anchor="t">
            <a:norm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nl-NL" dirty="0">
                <a:solidFill>
                  <a:schemeClr val="accent1"/>
                </a:solidFill>
                <a:latin typeface="Arial"/>
                <a:cs typeface="Arial"/>
              </a:rPr>
              <a:t>7. </a:t>
            </a:r>
            <a:r>
              <a:rPr lang="nl-NL" dirty="0" err="1">
                <a:solidFill>
                  <a:schemeClr val="accent1"/>
                </a:solidFill>
                <a:latin typeface="Arial"/>
                <a:cs typeface="Arial"/>
              </a:rPr>
              <a:t>Paragraphs</a:t>
            </a:r>
            <a:endParaRPr lang="nl-NL">
              <a:solidFill>
                <a:schemeClr val="accent1"/>
              </a:solidFill>
              <a:latin typeface="Arial"/>
              <a:cs typeface="Arial"/>
            </a:endParaRPr>
          </a:p>
          <a:p>
            <a:endParaRPr lang="nl-NL" b="1" dirty="0">
              <a:latin typeface="Arial"/>
              <a:cs typeface="Arial"/>
            </a:endParaRPr>
          </a:p>
          <a:p>
            <a:r>
              <a:rPr lang="nl-NL" dirty="0" err="1">
                <a:latin typeface="Arial"/>
                <a:cs typeface="Arial"/>
              </a:rPr>
              <a:t>Include</a:t>
            </a:r>
            <a:r>
              <a:rPr lang="nl-NL" dirty="0">
                <a:latin typeface="Arial"/>
                <a:cs typeface="Arial"/>
              </a:rPr>
              <a:t> </a:t>
            </a:r>
            <a:r>
              <a:rPr lang="nl-NL" dirty="0" err="1">
                <a:latin typeface="Arial"/>
                <a:cs typeface="Arial"/>
              </a:rPr>
              <a:t>only</a:t>
            </a:r>
            <a:r>
              <a:rPr lang="nl-NL" dirty="0">
                <a:latin typeface="Arial"/>
                <a:cs typeface="Arial"/>
              </a:rPr>
              <a:t> </a:t>
            </a:r>
            <a:r>
              <a:rPr lang="nl-NL" dirty="0" err="1">
                <a:latin typeface="Arial"/>
                <a:cs typeface="Arial"/>
              </a:rPr>
              <a:t>one</a:t>
            </a:r>
            <a:r>
              <a:rPr lang="nl-NL" dirty="0">
                <a:latin typeface="Arial"/>
                <a:cs typeface="Arial"/>
              </a:rPr>
              <a:t> </a:t>
            </a:r>
            <a:r>
              <a:rPr lang="nl-NL" dirty="0" err="1">
                <a:latin typeface="Arial"/>
                <a:cs typeface="Arial"/>
              </a:rPr>
              <a:t>idea</a:t>
            </a:r>
            <a:r>
              <a:rPr lang="nl-NL" dirty="0">
                <a:latin typeface="Arial"/>
                <a:cs typeface="Arial"/>
              </a:rPr>
              <a:t> in </a:t>
            </a:r>
            <a:r>
              <a:rPr lang="nl-NL" dirty="0" err="1">
                <a:latin typeface="Arial"/>
                <a:cs typeface="Arial"/>
              </a:rPr>
              <a:t>each</a:t>
            </a:r>
            <a:r>
              <a:rPr lang="nl-NL" dirty="0">
                <a:latin typeface="Arial"/>
                <a:cs typeface="Arial"/>
              </a:rPr>
              <a:t> </a:t>
            </a:r>
            <a:r>
              <a:rPr lang="nl-NL" dirty="0" err="1">
                <a:latin typeface="Arial"/>
                <a:cs typeface="Arial"/>
              </a:rPr>
              <a:t>paragraph</a:t>
            </a:r>
            <a:endParaRPr lang="nl-NL" dirty="0">
              <a:latin typeface="Arial"/>
              <a:cs typeface="Arial"/>
            </a:endParaRPr>
          </a:p>
          <a:p>
            <a:r>
              <a:rPr lang="nl-NL" dirty="0" err="1">
                <a:latin typeface="Arial"/>
                <a:cs typeface="Arial"/>
              </a:rPr>
              <a:t>Starting</a:t>
            </a:r>
            <a:r>
              <a:rPr lang="nl-NL" dirty="0">
                <a:latin typeface="Arial"/>
                <a:cs typeface="Arial"/>
              </a:rPr>
              <a:t> a new line = </a:t>
            </a:r>
            <a:r>
              <a:rPr lang="nl-NL" dirty="0" err="1">
                <a:latin typeface="Arial"/>
                <a:cs typeface="Arial"/>
              </a:rPr>
              <a:t>starting</a:t>
            </a:r>
            <a:r>
              <a:rPr lang="nl-NL" dirty="0">
                <a:latin typeface="Arial"/>
                <a:cs typeface="Arial"/>
              </a:rPr>
              <a:t> a new </a:t>
            </a:r>
            <a:r>
              <a:rPr lang="nl-NL" dirty="0" err="1">
                <a:latin typeface="Arial"/>
                <a:cs typeface="Arial"/>
              </a:rPr>
              <a:t>paragraph</a:t>
            </a:r>
            <a:endParaRPr lang="nl-NL">
              <a:latin typeface="Arial"/>
              <a:cs typeface="Arial"/>
            </a:endParaRPr>
          </a:p>
          <a:p>
            <a:r>
              <a:rPr lang="nl-NL" dirty="0">
                <a:latin typeface="Arial"/>
                <a:cs typeface="Arial"/>
              </a:rPr>
              <a:t>In </a:t>
            </a:r>
            <a:r>
              <a:rPr lang="nl-NL" dirty="0" err="1">
                <a:latin typeface="Arial"/>
                <a:cs typeface="Arial"/>
              </a:rPr>
              <a:t>emails</a:t>
            </a:r>
            <a:r>
              <a:rPr lang="nl-NL" dirty="0">
                <a:latin typeface="Arial"/>
                <a:cs typeface="Arial"/>
              </a:rPr>
              <a:t> </a:t>
            </a:r>
            <a:r>
              <a:rPr lang="nl-NL" dirty="0" err="1">
                <a:latin typeface="Arial"/>
                <a:cs typeface="Arial"/>
              </a:rPr>
              <a:t>paragraphs</a:t>
            </a:r>
            <a:r>
              <a:rPr lang="nl-NL" dirty="0">
                <a:latin typeface="Arial"/>
                <a:cs typeface="Arial"/>
              </a:rPr>
              <a:t> </a:t>
            </a:r>
            <a:r>
              <a:rPr lang="nl-NL" dirty="0" err="1">
                <a:latin typeface="Arial"/>
                <a:cs typeface="Arial"/>
              </a:rPr>
              <a:t>can</a:t>
            </a:r>
            <a:r>
              <a:rPr lang="nl-NL" dirty="0">
                <a:latin typeface="Arial"/>
                <a:cs typeface="Arial"/>
              </a:rPr>
              <a:t> </a:t>
            </a:r>
            <a:r>
              <a:rPr lang="nl-NL" dirty="0" err="1">
                <a:latin typeface="Arial"/>
                <a:cs typeface="Arial"/>
              </a:rPr>
              <a:t>be</a:t>
            </a:r>
            <a:r>
              <a:rPr lang="nl-NL" dirty="0">
                <a:latin typeface="Arial"/>
                <a:cs typeface="Arial"/>
              </a:rPr>
              <a:t> short.</a:t>
            </a:r>
            <a:endParaRPr lang="nl-NL" dirty="0"/>
          </a:p>
          <a:p>
            <a:endParaRPr lang="nl-NL" dirty="0"/>
          </a:p>
        </p:txBody>
      </p:sp>
      <p:cxnSp>
        <p:nvCxnSpPr>
          <p:cNvPr id="8" name="Rechte verbindingslijn met pijl 7">
            <a:extLst>
              <a:ext uri="{FF2B5EF4-FFF2-40B4-BE49-F238E27FC236}">
                <a16:creationId xmlns:a16="http://schemas.microsoft.com/office/drawing/2014/main" id="{7095A79D-3431-4209-ADF8-38CFA4AC9F4D}"/>
              </a:ext>
            </a:extLst>
          </p:cNvPr>
          <p:cNvCxnSpPr/>
          <p:nvPr/>
        </p:nvCxnSpPr>
        <p:spPr>
          <a:xfrm flipH="1">
            <a:off x="6748733" y="1511060"/>
            <a:ext cx="2875" cy="3850256"/>
          </a:xfrm>
          <a:prstGeom prst="straightConnector1">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1">
            <a:extLst>
              <a:ext uri="{FF2B5EF4-FFF2-40B4-BE49-F238E27FC236}">
                <a16:creationId xmlns:a16="http://schemas.microsoft.com/office/drawing/2014/main" id="{6C632CAB-EE86-5F57-A4DE-9C8866DFCBC4}"/>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13" name="Tijdelijke aanduiding voor dianummer 3">
            <a:extLst>
              <a:ext uri="{FF2B5EF4-FFF2-40B4-BE49-F238E27FC236}">
                <a16:creationId xmlns:a16="http://schemas.microsoft.com/office/drawing/2014/main" id="{BA9D6679-A56E-015F-B9A8-3AC286565522}"/>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28</a:t>
            </a:fld>
            <a:endParaRPr lang="nl-BE" altLang="nl-BE" dirty="0"/>
          </a:p>
        </p:txBody>
      </p:sp>
    </p:spTree>
    <p:extLst>
      <p:ext uri="{BB962C8B-B14F-4D97-AF65-F5344CB8AC3E}">
        <p14:creationId xmlns:p14="http://schemas.microsoft.com/office/powerpoint/2010/main" val="1756366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93D3F-289D-1203-4EA8-CEC511DBCBE4}"/>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AA01405C-F469-BAFF-509F-9E3708175768}"/>
              </a:ext>
            </a:extLst>
          </p:cNvPr>
          <p:cNvSpPr txBox="1"/>
          <p:nvPr/>
        </p:nvSpPr>
        <p:spPr>
          <a:xfrm>
            <a:off x="3664191" y="3529557"/>
            <a:ext cx="8646317" cy="2986459"/>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nl-NL" sz="3200" dirty="0">
                <a:solidFill>
                  <a:schemeClr val="tx1">
                    <a:lumMod val="75000"/>
                    <a:lumOff val="25000"/>
                  </a:schemeClr>
                </a:solidFill>
                <a:latin typeface="Arial"/>
                <a:cs typeface="Arial"/>
              </a:rPr>
              <a:t>AI is </a:t>
            </a:r>
            <a:r>
              <a:rPr lang="nl-NL" sz="3200" err="1">
                <a:solidFill>
                  <a:schemeClr val="tx1">
                    <a:lumMod val="75000"/>
                    <a:lumOff val="25000"/>
                  </a:schemeClr>
                </a:solidFill>
                <a:latin typeface="Arial"/>
                <a:cs typeface="Arial"/>
              </a:rPr>
              <a:t>for</a:t>
            </a:r>
            <a:r>
              <a:rPr lang="nl-NL" sz="3200" dirty="0">
                <a:solidFill>
                  <a:schemeClr val="tx1">
                    <a:lumMod val="75000"/>
                    <a:lumOff val="25000"/>
                  </a:schemeClr>
                </a:solidFill>
                <a:latin typeface="Arial"/>
                <a:cs typeface="Arial"/>
              </a:rPr>
              <a:t> </a:t>
            </a:r>
            <a:endParaRPr lang="nl-NL" sz="3200">
              <a:solidFill>
                <a:schemeClr val="tx1">
                  <a:lumMod val="75000"/>
                  <a:lumOff val="25000"/>
                </a:schemeClr>
              </a:solidFill>
              <a:latin typeface="Arial" panose="020B0604020202020204" pitchFamily="34" charset="0"/>
              <a:cs typeface="Arial" panose="020B0604020202020204" pitchFamily="34" charset="0"/>
            </a:endParaRPr>
          </a:p>
          <a:p>
            <a:pPr marL="456565" indent="-456565">
              <a:lnSpc>
                <a:spcPct val="150000"/>
              </a:lnSpc>
              <a:buFont typeface="Calibri"/>
              <a:buChar char="-"/>
            </a:pPr>
            <a:r>
              <a:rPr lang="nl-NL" sz="3200" err="1">
                <a:solidFill>
                  <a:schemeClr val="tx1">
                    <a:lumMod val="75000"/>
                    <a:lumOff val="25000"/>
                  </a:schemeClr>
                </a:solidFill>
                <a:latin typeface="Arial"/>
                <a:cs typeface="Arial"/>
              </a:rPr>
              <a:t>inspiration</a:t>
            </a:r>
            <a:r>
              <a:rPr lang="nl-NL" sz="3200" dirty="0">
                <a:solidFill>
                  <a:schemeClr val="tx1">
                    <a:lumMod val="75000"/>
                    <a:lumOff val="25000"/>
                  </a:schemeClr>
                </a:solidFill>
                <a:latin typeface="Arial"/>
                <a:cs typeface="Arial"/>
              </a:rPr>
              <a:t> </a:t>
            </a:r>
            <a:endParaRPr lang="nl-NL" sz="3200">
              <a:solidFill>
                <a:schemeClr val="tx1">
                  <a:lumMod val="75000"/>
                  <a:lumOff val="25000"/>
                </a:schemeClr>
              </a:solidFill>
              <a:latin typeface="Arial" panose="020B0604020202020204" pitchFamily="34" charset="0"/>
              <a:cs typeface="Arial" panose="020B0604020202020204" pitchFamily="34" charset="0"/>
            </a:endParaRPr>
          </a:p>
          <a:p>
            <a:pPr marL="456565" indent="-456565">
              <a:lnSpc>
                <a:spcPct val="150000"/>
              </a:lnSpc>
              <a:buFont typeface="Calibri"/>
              <a:buChar char="-"/>
            </a:pPr>
            <a:r>
              <a:rPr lang="nl-NL" sz="3200" dirty="0" err="1">
                <a:solidFill>
                  <a:schemeClr val="tx1">
                    <a:lumMod val="75000"/>
                    <a:lumOff val="25000"/>
                  </a:schemeClr>
                </a:solidFill>
                <a:latin typeface="Arial"/>
                <a:cs typeface="Arial"/>
              </a:rPr>
              <a:t>spell</a:t>
            </a:r>
            <a:r>
              <a:rPr lang="nl-NL" sz="3200" dirty="0">
                <a:solidFill>
                  <a:schemeClr val="tx1">
                    <a:lumMod val="75000"/>
                    <a:lumOff val="25000"/>
                  </a:schemeClr>
                </a:solidFill>
                <a:latin typeface="Arial"/>
                <a:cs typeface="Arial"/>
              </a:rPr>
              <a:t> / </a:t>
            </a:r>
            <a:r>
              <a:rPr lang="nl-NL" sz="3200" dirty="0" err="1">
                <a:solidFill>
                  <a:schemeClr val="tx1">
                    <a:lumMod val="75000"/>
                    <a:lumOff val="25000"/>
                  </a:schemeClr>
                </a:solidFill>
                <a:latin typeface="Arial"/>
                <a:cs typeface="Arial"/>
              </a:rPr>
              <a:t>grammar</a:t>
            </a:r>
            <a:r>
              <a:rPr lang="nl-NL" sz="3200" dirty="0">
                <a:solidFill>
                  <a:schemeClr val="tx1">
                    <a:lumMod val="75000"/>
                    <a:lumOff val="25000"/>
                  </a:schemeClr>
                </a:solidFill>
                <a:latin typeface="Arial"/>
                <a:cs typeface="Arial"/>
              </a:rPr>
              <a:t> </a:t>
            </a:r>
            <a:r>
              <a:rPr lang="nl-NL" sz="3200" dirty="0" err="1">
                <a:solidFill>
                  <a:schemeClr val="tx1">
                    <a:lumMod val="75000"/>
                    <a:lumOff val="25000"/>
                  </a:schemeClr>
                </a:solidFill>
                <a:latin typeface="Arial"/>
                <a:cs typeface="Arial"/>
              </a:rPr>
              <a:t>checking</a:t>
            </a:r>
            <a:endParaRPr lang="nl-NL" sz="3200" dirty="0" err="1">
              <a:solidFill>
                <a:schemeClr val="tx1">
                  <a:lumMod val="75000"/>
                  <a:lumOff val="25000"/>
                </a:schemeClr>
              </a:solidFill>
              <a:latin typeface="Arial" panose="020B0604020202020204" pitchFamily="34" charset="0"/>
              <a:cs typeface="Arial" panose="020B0604020202020204" pitchFamily="34" charset="0"/>
            </a:endParaRPr>
          </a:p>
          <a:p>
            <a:pPr>
              <a:lnSpc>
                <a:spcPct val="150000"/>
              </a:lnSpc>
            </a:pPr>
            <a:r>
              <a:rPr lang="nl-NL" sz="3200" dirty="0">
                <a:solidFill>
                  <a:schemeClr val="tx1">
                    <a:lumMod val="75000"/>
                    <a:lumOff val="25000"/>
                  </a:schemeClr>
                </a:solidFill>
                <a:latin typeface="Arial"/>
                <a:cs typeface="Arial"/>
              </a:rPr>
              <a:t>NOT </a:t>
            </a:r>
            <a:r>
              <a:rPr lang="nl-NL" sz="3200" err="1">
                <a:solidFill>
                  <a:schemeClr val="tx1">
                    <a:lumMod val="75000"/>
                    <a:lumOff val="25000"/>
                  </a:schemeClr>
                </a:solidFill>
                <a:latin typeface="Arial"/>
                <a:cs typeface="Arial"/>
              </a:rPr>
              <a:t>writing</a:t>
            </a:r>
            <a:r>
              <a:rPr lang="nl-NL" sz="3200" dirty="0">
                <a:solidFill>
                  <a:schemeClr val="tx1">
                    <a:lumMod val="75000"/>
                    <a:lumOff val="25000"/>
                  </a:schemeClr>
                </a:solidFill>
                <a:latin typeface="Arial"/>
                <a:cs typeface="Arial"/>
              </a:rPr>
              <a:t> </a:t>
            </a:r>
            <a:r>
              <a:rPr lang="nl-NL" sz="3200" err="1">
                <a:solidFill>
                  <a:schemeClr val="tx1">
                    <a:lumMod val="75000"/>
                    <a:lumOff val="25000"/>
                  </a:schemeClr>
                </a:solidFill>
                <a:latin typeface="Arial"/>
                <a:cs typeface="Arial"/>
              </a:rPr>
              <a:t>texts</a:t>
            </a:r>
            <a:r>
              <a:rPr lang="nl-NL" sz="3200" dirty="0">
                <a:solidFill>
                  <a:schemeClr val="tx1">
                    <a:lumMod val="75000"/>
                    <a:lumOff val="25000"/>
                  </a:schemeClr>
                </a:solidFill>
                <a:latin typeface="Arial"/>
                <a:cs typeface="Arial"/>
              </a:rPr>
              <a:t>.</a:t>
            </a:r>
            <a:endParaRPr lang="nl-NL" sz="3200">
              <a:solidFill>
                <a:schemeClr val="tx1">
                  <a:lumMod val="75000"/>
                  <a:lumOff val="25000"/>
                </a:schemeClr>
              </a:solidFill>
              <a:latin typeface="Arial" panose="020B0604020202020204" pitchFamily="34" charset="0"/>
              <a:cs typeface="Arial" panose="020B0604020202020204" pitchFamily="34" charset="0"/>
            </a:endParaRPr>
          </a:p>
        </p:txBody>
      </p:sp>
      <p:pic>
        <p:nvPicPr>
          <p:cNvPr id="3" name="Afbeelding 2" descr="Afbeelding met tekst, Lettertype, schermopname, algebra&#10;&#10;Door AI gegenereerde inhoud is mogelijk onjuist.">
            <a:extLst>
              <a:ext uri="{FF2B5EF4-FFF2-40B4-BE49-F238E27FC236}">
                <a16:creationId xmlns:a16="http://schemas.microsoft.com/office/drawing/2014/main" id="{61D146CE-90D4-4543-9EC4-F919EAFA9F99}"/>
              </a:ext>
            </a:extLst>
          </p:cNvPr>
          <p:cNvPicPr>
            <a:picLocks noChangeAspect="1"/>
          </p:cNvPicPr>
          <p:nvPr/>
        </p:nvPicPr>
        <p:blipFill>
          <a:blip r:embed="rId2"/>
          <a:stretch>
            <a:fillRect/>
          </a:stretch>
        </p:blipFill>
        <p:spPr>
          <a:xfrm>
            <a:off x="215762" y="703815"/>
            <a:ext cx="11296650" cy="2733675"/>
          </a:xfrm>
          <a:prstGeom prst="rect">
            <a:avLst/>
          </a:prstGeom>
        </p:spPr>
      </p:pic>
      <p:sp>
        <p:nvSpPr>
          <p:cNvPr id="11" name="Tijdelijke aanduiding voor dianummer 3">
            <a:extLst>
              <a:ext uri="{FF2B5EF4-FFF2-40B4-BE49-F238E27FC236}">
                <a16:creationId xmlns:a16="http://schemas.microsoft.com/office/drawing/2014/main" id="{AD85CD10-C625-6288-D52A-1F886AECE281}"/>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29</a:t>
            </a:fld>
            <a:endParaRPr lang="nl-BE" altLang="nl-BE" dirty="0"/>
          </a:p>
        </p:txBody>
      </p:sp>
      <p:sp>
        <p:nvSpPr>
          <p:cNvPr id="15" name="Rectangle 1">
            <a:extLst>
              <a:ext uri="{FF2B5EF4-FFF2-40B4-BE49-F238E27FC236}">
                <a16:creationId xmlns:a16="http://schemas.microsoft.com/office/drawing/2014/main" id="{87F486CC-E8FE-E5FE-898C-EF8B0A2B0063}"/>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Tree>
    <p:extLst>
      <p:ext uri="{BB962C8B-B14F-4D97-AF65-F5344CB8AC3E}">
        <p14:creationId xmlns:p14="http://schemas.microsoft.com/office/powerpoint/2010/main" val="42872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EB16E-FAAF-B5C4-4059-60C5F210A3CB}"/>
              </a:ext>
            </a:extLst>
          </p:cNvPr>
          <p:cNvSpPr>
            <a:spLocks noGrp="1"/>
          </p:cNvSpPr>
          <p:nvPr>
            <p:ph type="title"/>
          </p:nvPr>
        </p:nvSpPr>
        <p:spPr/>
        <p:txBody>
          <a:bodyPr/>
          <a:lstStyle/>
          <a:p>
            <a:r>
              <a:rPr lang="en-US">
                <a:latin typeface="Century Gothic"/>
              </a:rPr>
              <a:t>Emails</a:t>
            </a:r>
            <a:endParaRPr lang="en-US"/>
          </a:p>
        </p:txBody>
      </p:sp>
      <p:sp>
        <p:nvSpPr>
          <p:cNvPr id="3" name="Content Placeholder 2">
            <a:extLst>
              <a:ext uri="{FF2B5EF4-FFF2-40B4-BE49-F238E27FC236}">
                <a16:creationId xmlns:a16="http://schemas.microsoft.com/office/drawing/2014/main" id="{024A0502-67B4-D4F1-04FB-37385F95E0D2}"/>
              </a:ext>
            </a:extLst>
          </p:cNvPr>
          <p:cNvSpPr>
            <a:spLocks noGrp="1"/>
          </p:cNvSpPr>
          <p:nvPr>
            <p:ph sz="half" idx="1"/>
          </p:nvPr>
        </p:nvSpPr>
        <p:spPr>
          <a:xfrm>
            <a:off x="838200" y="1253333"/>
            <a:ext cx="10515600" cy="4351339"/>
          </a:xfrm>
        </p:spPr>
        <p:txBody>
          <a:bodyPr vert="horz" lIns="91440" tIns="45720" rIns="91440" bIns="45720" rtlCol="0" anchor="t">
            <a:noAutofit/>
          </a:bodyPr>
          <a:lstStyle/>
          <a:p>
            <a:pPr marL="170815" indent="-170815"/>
            <a:r>
              <a:rPr lang="en-US" dirty="0">
                <a:latin typeface="Arial"/>
                <a:cs typeface="Arial"/>
              </a:rPr>
              <a:t>Write a formal email to your HR Manager (bruce.wayne@ap.be) about personality tests: you want to convince them to use it or not use it. State your opinion clearly and give 2 arguments pro or con. Also think about your weak points and already counter them within your text. Make sure your CEO (bruce.banner@ap.be) also receives this email (and tell the HR manager that he's also receiving this). </a:t>
            </a:r>
            <a:br>
              <a:rPr lang="en-US" dirty="0">
                <a:latin typeface="Arial"/>
                <a:cs typeface="Arial"/>
              </a:rPr>
            </a:br>
            <a:r>
              <a:rPr lang="en-US" dirty="0">
                <a:latin typeface="Arial"/>
                <a:cs typeface="Arial"/>
              </a:rPr>
              <a:t> </a:t>
            </a:r>
            <a:br>
              <a:rPr lang="en-US" dirty="0">
                <a:latin typeface="Arial"/>
                <a:cs typeface="Arial"/>
              </a:rPr>
            </a:br>
            <a:r>
              <a:rPr lang="en-US" dirty="0">
                <a:latin typeface="Arial"/>
                <a:cs typeface="Arial"/>
              </a:rPr>
              <a:t>Think of ALL the different elements your email should contain. Be concise and to the point. (minimum </a:t>
            </a:r>
            <a:r>
              <a:rPr lang="en-AU" dirty="0">
                <a:latin typeface="Arial"/>
                <a:cs typeface="Arial"/>
              </a:rPr>
              <a:t>400 words)</a:t>
            </a:r>
            <a:r>
              <a:rPr lang="en-US" dirty="0">
                <a:latin typeface="Arial"/>
                <a:cs typeface="Arial"/>
              </a:rPr>
              <a:t> </a:t>
            </a:r>
          </a:p>
          <a:p>
            <a:pPr marL="170815" indent="-170815"/>
            <a:r>
              <a:rPr lang="en-US" dirty="0">
                <a:solidFill>
                  <a:srgbClr val="707070"/>
                </a:solidFill>
                <a:latin typeface="Arial"/>
                <a:cs typeface="Arial"/>
              </a:rPr>
              <a:t>Previous exam question. </a:t>
            </a:r>
          </a:p>
          <a:p>
            <a:pPr marL="170815" indent="-170815"/>
            <a:endParaRPr lang="en-US" sz="1100" dirty="0">
              <a:solidFill>
                <a:srgbClr val="001A1E"/>
              </a:solidFill>
              <a:highlight>
                <a:srgbClr val="E7F3F5"/>
              </a:highlight>
            </a:endParaRPr>
          </a:p>
        </p:txBody>
      </p:sp>
      <p:sp>
        <p:nvSpPr>
          <p:cNvPr id="5" name="Slide Number Placeholder 4">
            <a:extLst>
              <a:ext uri="{FF2B5EF4-FFF2-40B4-BE49-F238E27FC236}">
                <a16:creationId xmlns:a16="http://schemas.microsoft.com/office/drawing/2014/main" id="{2CBF7B4F-38EB-023D-797D-4740D5683DA7}"/>
              </a:ext>
            </a:extLst>
          </p:cNvPr>
          <p:cNvSpPr>
            <a:spLocks noGrp="1"/>
          </p:cNvSpPr>
          <p:nvPr>
            <p:ph type="sldNum" sz="quarter" idx="12"/>
          </p:nvPr>
        </p:nvSpPr>
        <p:spPr/>
        <p:txBody>
          <a:bodyPr/>
          <a:lstStyle/>
          <a:p>
            <a:fld id="{350186E4-D062-4F9D-89AD-A70E5D0A1FF4}" type="slidenum">
              <a:rPr lang="nl-BE" altLang="nl-BE" smtClean="0"/>
              <a:pPr/>
              <a:t>30</a:t>
            </a:fld>
            <a:endParaRPr lang="nl-BE" altLang="nl-BE"/>
          </a:p>
        </p:txBody>
      </p:sp>
    </p:spTree>
    <p:extLst>
      <p:ext uri="{BB962C8B-B14F-4D97-AF65-F5344CB8AC3E}">
        <p14:creationId xmlns:p14="http://schemas.microsoft.com/office/powerpoint/2010/main" val="908800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6E36F-286B-3E12-B845-9D6B8032E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EB4FD-C5A0-4E19-52EC-F944F65BC3E3}"/>
              </a:ext>
            </a:extLst>
          </p:cNvPr>
          <p:cNvSpPr>
            <a:spLocks noGrp="1"/>
          </p:cNvSpPr>
          <p:nvPr>
            <p:ph type="title"/>
          </p:nvPr>
        </p:nvSpPr>
        <p:spPr/>
        <p:txBody>
          <a:bodyPr/>
          <a:lstStyle/>
          <a:p>
            <a:r>
              <a:rPr lang="en-US">
                <a:latin typeface="Century Gothic"/>
              </a:rPr>
              <a:t>Emails</a:t>
            </a:r>
            <a:endParaRPr lang="en-US"/>
          </a:p>
        </p:txBody>
      </p:sp>
      <p:sp>
        <p:nvSpPr>
          <p:cNvPr id="3" name="Content Placeholder 2">
            <a:extLst>
              <a:ext uri="{FF2B5EF4-FFF2-40B4-BE49-F238E27FC236}">
                <a16:creationId xmlns:a16="http://schemas.microsoft.com/office/drawing/2014/main" id="{C2E27E9C-802C-C45F-1608-68764E8CFE39}"/>
              </a:ext>
            </a:extLst>
          </p:cNvPr>
          <p:cNvSpPr>
            <a:spLocks noGrp="1"/>
          </p:cNvSpPr>
          <p:nvPr>
            <p:ph sz="half" idx="1"/>
          </p:nvPr>
        </p:nvSpPr>
        <p:spPr>
          <a:xfrm>
            <a:off x="838200" y="1253333"/>
            <a:ext cx="10515600" cy="4351339"/>
          </a:xfrm>
        </p:spPr>
        <p:txBody>
          <a:bodyPr vert="horz" lIns="91440" tIns="45720" rIns="91440" bIns="45720" rtlCol="0" anchor="t">
            <a:noAutofit/>
          </a:bodyPr>
          <a:lstStyle/>
          <a:p>
            <a:pPr marL="170815" indent="-170815"/>
            <a:r>
              <a:rPr lang="en-US" dirty="0">
                <a:latin typeface="Arial"/>
                <a:cs typeface="Arial"/>
              </a:rPr>
              <a:t>Write a formal email to your HR Manager (bruce.wayne@ap.be) about brainstorming: you want to convince them to use it or not use it. State your opinion clearly and give 2 arguments pro or con. Also think about your weak points and already counter them within your text. Make sure your CEO (bruce.banner@ap.be) also receives this email (and tell the HR manager that he's also receiving this). </a:t>
            </a:r>
            <a:br>
              <a:rPr lang="en-US" dirty="0">
                <a:latin typeface="Arial"/>
                <a:cs typeface="Arial"/>
              </a:rPr>
            </a:br>
            <a:r>
              <a:rPr lang="en-US" dirty="0">
                <a:latin typeface="Arial"/>
                <a:cs typeface="Arial"/>
              </a:rPr>
              <a:t> </a:t>
            </a:r>
            <a:br>
              <a:rPr lang="en-US" dirty="0">
                <a:latin typeface="Arial"/>
                <a:cs typeface="Arial"/>
              </a:rPr>
            </a:br>
            <a:r>
              <a:rPr lang="en-US" dirty="0">
                <a:latin typeface="Arial"/>
                <a:cs typeface="Arial"/>
              </a:rPr>
              <a:t>Think of ALL the different elements your email should contain. Be concise and to the point. (minimum </a:t>
            </a:r>
            <a:r>
              <a:rPr lang="en-AU" dirty="0">
                <a:latin typeface="Arial"/>
                <a:cs typeface="Arial"/>
              </a:rPr>
              <a:t>400 words)</a:t>
            </a:r>
            <a:r>
              <a:rPr lang="en-US" dirty="0">
                <a:latin typeface="Arial"/>
                <a:cs typeface="Arial"/>
              </a:rPr>
              <a:t> </a:t>
            </a:r>
          </a:p>
          <a:p>
            <a:pPr marL="170815" indent="-170815"/>
            <a:r>
              <a:rPr lang="en-US" dirty="0">
                <a:solidFill>
                  <a:srgbClr val="707070"/>
                </a:solidFill>
                <a:latin typeface="Arial"/>
                <a:cs typeface="Arial"/>
              </a:rPr>
              <a:t>Previous exam question. </a:t>
            </a:r>
          </a:p>
          <a:p>
            <a:pPr marL="170815" indent="-170815"/>
            <a:endParaRPr lang="en-US" sz="1100" dirty="0">
              <a:solidFill>
                <a:srgbClr val="001A1E"/>
              </a:solidFill>
              <a:highlight>
                <a:srgbClr val="E7F3F5"/>
              </a:highlight>
            </a:endParaRPr>
          </a:p>
        </p:txBody>
      </p:sp>
      <p:sp>
        <p:nvSpPr>
          <p:cNvPr id="5" name="Slide Number Placeholder 4">
            <a:extLst>
              <a:ext uri="{FF2B5EF4-FFF2-40B4-BE49-F238E27FC236}">
                <a16:creationId xmlns:a16="http://schemas.microsoft.com/office/drawing/2014/main" id="{5C2651BC-BE90-71F9-C4CF-BC5777CA3905}"/>
              </a:ext>
            </a:extLst>
          </p:cNvPr>
          <p:cNvSpPr>
            <a:spLocks noGrp="1"/>
          </p:cNvSpPr>
          <p:nvPr>
            <p:ph type="sldNum" sz="quarter" idx="12"/>
          </p:nvPr>
        </p:nvSpPr>
        <p:spPr/>
        <p:txBody>
          <a:bodyPr/>
          <a:lstStyle/>
          <a:p>
            <a:fld id="{350186E4-D062-4F9D-89AD-A70E5D0A1FF4}" type="slidenum">
              <a:rPr lang="nl-BE" altLang="nl-BE" smtClean="0"/>
              <a:pPr/>
              <a:t>31</a:t>
            </a:fld>
            <a:endParaRPr lang="nl-BE" altLang="nl-BE"/>
          </a:p>
        </p:txBody>
      </p:sp>
    </p:spTree>
    <p:extLst>
      <p:ext uri="{BB962C8B-B14F-4D97-AF65-F5344CB8AC3E}">
        <p14:creationId xmlns:p14="http://schemas.microsoft.com/office/powerpoint/2010/main" val="993247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00E6C-773F-5068-7F0F-F3D71D6A5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B8938-EAF2-537F-CD43-5E032226A4B5}"/>
              </a:ext>
            </a:extLst>
          </p:cNvPr>
          <p:cNvSpPr>
            <a:spLocks noGrp="1"/>
          </p:cNvSpPr>
          <p:nvPr>
            <p:ph type="title"/>
          </p:nvPr>
        </p:nvSpPr>
        <p:spPr/>
        <p:txBody>
          <a:bodyPr/>
          <a:lstStyle/>
          <a:p>
            <a:r>
              <a:rPr lang="en-US">
                <a:latin typeface="Century Gothic"/>
              </a:rPr>
              <a:t>Emails</a:t>
            </a:r>
            <a:endParaRPr lang="en-US"/>
          </a:p>
        </p:txBody>
      </p:sp>
      <p:sp>
        <p:nvSpPr>
          <p:cNvPr id="3" name="Content Placeholder 2">
            <a:extLst>
              <a:ext uri="{FF2B5EF4-FFF2-40B4-BE49-F238E27FC236}">
                <a16:creationId xmlns:a16="http://schemas.microsoft.com/office/drawing/2014/main" id="{98F05501-410E-59DD-9C7E-0F7BDBB163A8}"/>
              </a:ext>
            </a:extLst>
          </p:cNvPr>
          <p:cNvSpPr>
            <a:spLocks noGrp="1"/>
          </p:cNvSpPr>
          <p:nvPr>
            <p:ph sz="half" idx="1"/>
          </p:nvPr>
        </p:nvSpPr>
        <p:spPr>
          <a:xfrm>
            <a:off x="838200" y="1253333"/>
            <a:ext cx="10776857" cy="4601710"/>
          </a:xfrm>
        </p:spPr>
        <p:txBody>
          <a:bodyPr vert="horz" lIns="91440" tIns="45720" rIns="91440" bIns="45720" rtlCol="0" anchor="t">
            <a:noAutofit/>
          </a:bodyPr>
          <a:lstStyle/>
          <a:p>
            <a:pPr marL="170815" indent="-170815"/>
            <a:r>
              <a:rPr lang="en-US" sz="1100">
                <a:solidFill>
                  <a:srgbClr val="001A1E"/>
                </a:solidFill>
                <a:highlight>
                  <a:srgbClr val="FFFFFF"/>
                </a:highlight>
                <a:latin typeface="Arial"/>
                <a:cs typeface="Arial"/>
              </a:rPr>
              <a:t>From: student</a:t>
            </a:r>
            <a:r>
              <a:rPr lang="en-US" sz="1100" dirty="0">
                <a:solidFill>
                  <a:srgbClr val="001A1E"/>
                </a:solidFill>
                <a:highlight>
                  <a:srgbClr val="FFFFFF"/>
                </a:highlight>
                <a:latin typeface="Arial"/>
                <a:cs typeface="Arial"/>
                <a:hlinkClick r:id="rId2"/>
              </a:rPr>
              <a:t>@student.ap.be</a:t>
            </a:r>
            <a:br>
              <a:rPr lang="en-US" sz="1100" dirty="0">
                <a:solidFill>
                  <a:srgbClr val="001A1E"/>
                </a:solidFill>
                <a:highlight>
                  <a:srgbClr val="FFFFFF"/>
                </a:highlight>
                <a:latin typeface="Arial"/>
                <a:cs typeface="Arial"/>
              </a:rPr>
            </a:br>
            <a:r>
              <a:rPr lang="en-US" sz="1100" dirty="0">
                <a:solidFill>
                  <a:srgbClr val="001A1E"/>
                </a:solidFill>
                <a:highlight>
                  <a:srgbClr val="FFFFFF"/>
                </a:highlight>
                <a:latin typeface="Arial"/>
                <a:cs typeface="Arial"/>
              </a:rPr>
              <a:t>To: </a:t>
            </a:r>
            <a:r>
              <a:rPr lang="en-US" sz="1100" dirty="0">
                <a:solidFill>
                  <a:srgbClr val="001A1E"/>
                </a:solidFill>
                <a:highlight>
                  <a:srgbClr val="FFFFFF"/>
                </a:highlight>
                <a:latin typeface="Arial"/>
                <a:cs typeface="Arial"/>
                <a:hlinkClick r:id="rId3"/>
              </a:rPr>
              <a:t>bruce.wayne@ap.be</a:t>
            </a:r>
            <a:br>
              <a:rPr lang="en-US" sz="1100" dirty="0">
                <a:solidFill>
                  <a:srgbClr val="001A1E"/>
                </a:solidFill>
                <a:highlight>
                  <a:srgbClr val="FFFFFF"/>
                </a:highlight>
                <a:latin typeface="Arial"/>
                <a:cs typeface="Arial"/>
              </a:rPr>
            </a:br>
            <a:r>
              <a:rPr lang="en-US" sz="1100" dirty="0">
                <a:solidFill>
                  <a:srgbClr val="001A1E"/>
                </a:solidFill>
                <a:highlight>
                  <a:srgbClr val="FFFFFF"/>
                </a:highlight>
                <a:latin typeface="Arial"/>
                <a:cs typeface="Arial"/>
              </a:rPr>
              <a:t>CC: </a:t>
            </a:r>
            <a:r>
              <a:rPr lang="en-US" sz="1100" dirty="0">
                <a:solidFill>
                  <a:srgbClr val="001A1E"/>
                </a:solidFill>
                <a:highlight>
                  <a:srgbClr val="FFFFFF"/>
                </a:highlight>
                <a:latin typeface="Arial"/>
                <a:cs typeface="Arial"/>
                <a:hlinkClick r:id="rId4"/>
              </a:rPr>
              <a:t>bruce.banner@ap.be</a:t>
            </a:r>
            <a:br>
              <a:rPr lang="en-US" sz="1100" dirty="0">
                <a:solidFill>
                  <a:srgbClr val="001A1E"/>
                </a:solidFill>
                <a:highlight>
                  <a:srgbClr val="FFFFFF"/>
                </a:highlight>
                <a:latin typeface="Arial"/>
                <a:cs typeface="Arial"/>
              </a:rPr>
            </a:br>
            <a:r>
              <a:rPr lang="en-US" sz="1100" dirty="0">
                <a:solidFill>
                  <a:srgbClr val="001A1E"/>
                </a:solidFill>
                <a:highlight>
                  <a:srgbClr val="FFFFFF"/>
                </a:highlight>
                <a:latin typeface="Arial"/>
                <a:cs typeface="Arial"/>
              </a:rPr>
              <a:t>BCC: </a:t>
            </a:r>
            <a:br>
              <a:rPr lang="en-US" sz="1100" dirty="0">
                <a:solidFill>
                  <a:srgbClr val="001A1E"/>
                </a:solidFill>
                <a:highlight>
                  <a:srgbClr val="FFFFFF"/>
                </a:highlight>
                <a:latin typeface="Arial"/>
                <a:cs typeface="Arial"/>
              </a:rPr>
            </a:br>
            <a:r>
              <a:rPr lang="en-US" sz="1100" dirty="0">
                <a:solidFill>
                  <a:srgbClr val="001A1E"/>
                </a:solidFill>
                <a:highlight>
                  <a:srgbClr val="FFFFFF"/>
                </a:highlight>
                <a:latin typeface="Arial"/>
                <a:cs typeface="Arial"/>
              </a:rPr>
              <a:t>Subject: Use of brainstorming during team meetings</a:t>
            </a:r>
            <a:endParaRPr lang="en-US" sz="1100" dirty="0">
              <a:solidFill>
                <a:srgbClr val="001A1E"/>
              </a:solidFill>
              <a:highlight>
                <a:srgbClr val="E7F3F5"/>
              </a:highlight>
            </a:endParaRPr>
          </a:p>
          <a:p>
            <a:pPr marL="0" indent="0">
              <a:buNone/>
            </a:pPr>
            <a:r>
              <a:rPr lang="en-US" sz="1100">
                <a:solidFill>
                  <a:srgbClr val="001A1E"/>
                </a:solidFill>
                <a:highlight>
                  <a:srgbClr val="FFFFFF"/>
                </a:highlight>
                <a:latin typeface="Arial"/>
                <a:cs typeface="Arial"/>
              </a:rPr>
              <a:t>Dear Mr. Wayne,</a:t>
            </a:r>
            <a:endParaRPr lang="en-US" sz="1100" dirty="0">
              <a:solidFill>
                <a:srgbClr val="001A1E"/>
              </a:solidFill>
              <a:highlight>
                <a:srgbClr val="FFFFFF"/>
              </a:highlight>
              <a:latin typeface="Arial"/>
              <a:cs typeface="Arial"/>
            </a:endParaRPr>
          </a:p>
          <a:p>
            <a:pPr marL="0" indent="0">
              <a:buNone/>
            </a:pPr>
            <a:r>
              <a:rPr lang="en-US" sz="1100" dirty="0">
                <a:solidFill>
                  <a:srgbClr val="001A1E"/>
                </a:solidFill>
                <a:highlight>
                  <a:srgbClr val="FFFFFF"/>
                </a:highlight>
                <a:latin typeface="Arial"/>
                <a:cs typeface="Arial"/>
              </a:rPr>
              <a:t>I hope this email finds you good. A few days ago we had a conversion in your office about the team's performance. After researching multiple </a:t>
            </a:r>
            <a:r>
              <a:rPr lang="en-US" sz="1100" dirty="0" err="1">
                <a:solidFill>
                  <a:srgbClr val="001A1E"/>
                </a:solidFill>
                <a:highlight>
                  <a:srgbClr val="FFFFFF"/>
                </a:highlight>
                <a:latin typeface="Arial"/>
                <a:cs typeface="Arial"/>
              </a:rPr>
              <a:t>methodes</a:t>
            </a:r>
            <a:r>
              <a:rPr lang="en-US" sz="1100" dirty="0">
                <a:solidFill>
                  <a:srgbClr val="001A1E"/>
                </a:solidFill>
                <a:highlight>
                  <a:srgbClr val="FFFFFF"/>
                </a:highlight>
                <a:latin typeface="Arial"/>
                <a:cs typeface="Arial"/>
              </a:rPr>
              <a:t> on how to improve our performance, I landed on brainstorming. This can be used on our team, other teams, or even completely different departments.</a:t>
            </a:r>
          </a:p>
          <a:p>
            <a:pPr marL="0" indent="0">
              <a:buNone/>
            </a:pPr>
            <a:r>
              <a:rPr lang="en-US" sz="1100" dirty="0">
                <a:solidFill>
                  <a:srgbClr val="001A1E"/>
                </a:solidFill>
                <a:highlight>
                  <a:srgbClr val="FFFFFF"/>
                </a:highlight>
                <a:latin typeface="Arial"/>
                <a:cs typeface="Arial"/>
              </a:rPr>
              <a:t>By including a short brainstorming session in the weekly meetings, we could strongly increase the amount creative ideas produced by our team. Besides that, it would allow everyone to provide their concepts, and be a good way for the team to work together. It is important that we know not each ideas will actually make it into a finished product or system. Some of them may even be completely unusable. Because of this, </a:t>
            </a:r>
            <a:r>
              <a:rPr lang="en-US" sz="1100" dirty="0" err="1">
                <a:solidFill>
                  <a:srgbClr val="001A1E"/>
                </a:solidFill>
                <a:highlight>
                  <a:srgbClr val="FFFFFF"/>
                </a:highlight>
                <a:latin typeface="Arial"/>
                <a:cs typeface="Arial"/>
              </a:rPr>
              <a:t>i</a:t>
            </a:r>
            <a:r>
              <a:rPr lang="en-US" sz="1100" dirty="0">
                <a:solidFill>
                  <a:srgbClr val="001A1E"/>
                </a:solidFill>
                <a:highlight>
                  <a:srgbClr val="FFFFFF"/>
                </a:highlight>
                <a:latin typeface="Arial"/>
                <a:cs typeface="Arial"/>
              </a:rPr>
              <a:t> also think it is important to limit the amount of time we spend on brainstorming to, for example, 10 minutes per meeting. This can then be followed by a discussion of </a:t>
            </a:r>
            <a:r>
              <a:rPr lang="en-US" sz="1100" dirty="0" err="1">
                <a:solidFill>
                  <a:srgbClr val="001A1E"/>
                </a:solidFill>
                <a:highlight>
                  <a:srgbClr val="FFFFFF"/>
                </a:highlight>
                <a:latin typeface="Arial"/>
                <a:cs typeface="Arial"/>
              </a:rPr>
              <a:t>aroud</a:t>
            </a:r>
            <a:r>
              <a:rPr lang="en-US" sz="1100" dirty="0">
                <a:solidFill>
                  <a:srgbClr val="001A1E"/>
                </a:solidFill>
                <a:highlight>
                  <a:srgbClr val="FFFFFF"/>
                </a:highlight>
                <a:latin typeface="Arial"/>
                <a:cs typeface="Arial"/>
              </a:rPr>
              <a:t> 5 minutes to see which concepts we want to explore furth.</a:t>
            </a:r>
          </a:p>
          <a:p>
            <a:pPr marL="0" indent="0">
              <a:buNone/>
            </a:pPr>
            <a:r>
              <a:rPr lang="en-US" sz="1100" dirty="0">
                <a:solidFill>
                  <a:srgbClr val="001A1E"/>
                </a:solidFill>
                <a:highlight>
                  <a:srgbClr val="FFFFFF"/>
                </a:highlight>
                <a:latin typeface="Arial"/>
                <a:cs typeface="Arial"/>
              </a:rPr>
              <a:t>To make all of this possible, I have found a tool which allow you to brainstorm online. This is important because most of our meetings are either fully online via Teams, or include some people that are joining via Teams. The tool is completely free, open-source, and can be integrated with our systems without too much issues. I have also got this confirmed by IT. According to them, they should be able to integrate it within a week if needed. It would allow everyone to put in their ideas, after which we can go over them to and mark those we want to look in further. As I tend to make my meeting too long, I noticed that this tool also allows you to set a time limit for both the brainstorming itself, and the marking of good concepts. All this information can than be stored on </a:t>
            </a:r>
            <a:r>
              <a:rPr lang="en-US" sz="1100" dirty="0" err="1">
                <a:solidFill>
                  <a:srgbClr val="001A1E"/>
                </a:solidFill>
                <a:highlight>
                  <a:srgbClr val="FFFFFF"/>
                </a:highlight>
                <a:latin typeface="Arial"/>
                <a:cs typeface="Arial"/>
              </a:rPr>
              <a:t>Sharepoint</a:t>
            </a:r>
            <a:r>
              <a:rPr lang="en-US" sz="1100" dirty="0">
                <a:solidFill>
                  <a:srgbClr val="001A1E"/>
                </a:solidFill>
                <a:highlight>
                  <a:srgbClr val="FFFFFF"/>
                </a:highlight>
                <a:latin typeface="Arial"/>
                <a:cs typeface="Arial"/>
              </a:rPr>
              <a:t> so anyone can look into it later.</a:t>
            </a:r>
          </a:p>
          <a:p>
            <a:pPr marL="0" indent="0">
              <a:buNone/>
            </a:pPr>
            <a:r>
              <a:rPr lang="en-US" sz="1100" dirty="0">
                <a:solidFill>
                  <a:srgbClr val="001A1E"/>
                </a:solidFill>
                <a:highlight>
                  <a:srgbClr val="FFFFFF"/>
                </a:highlight>
                <a:latin typeface="Arial"/>
                <a:cs typeface="Arial"/>
              </a:rPr>
              <a:t>Although I' am aware that the latest few weeks my team's performance has been lower than usual, and team meetings have been longer than they should, I really do believe that making use of brainstorming can cause a positive change. Although this will indeed increase our meeting times by around 15 minutes, I have seen some quiet good results from other companies using this method as well. I have copied in Bruce Banner with this email to ensure he knows about this idea as well. If this turns out not to improve our performance over the course of 2-3 months, we can simple remove it from our meetings again and search for alternative solutions.</a:t>
            </a:r>
          </a:p>
          <a:p>
            <a:pPr marL="0" indent="0">
              <a:buNone/>
            </a:pPr>
            <a:r>
              <a:rPr lang="en-US" sz="1100" dirty="0">
                <a:solidFill>
                  <a:srgbClr val="001A1E"/>
                </a:solidFill>
                <a:highlight>
                  <a:srgbClr val="FFFFFF"/>
                </a:highlight>
                <a:latin typeface="Arial"/>
                <a:cs typeface="Arial"/>
              </a:rPr>
              <a:t>If you have any </a:t>
            </a:r>
            <a:r>
              <a:rPr lang="en-US" sz="1100" err="1">
                <a:solidFill>
                  <a:srgbClr val="001A1E"/>
                </a:solidFill>
                <a:highlight>
                  <a:srgbClr val="FFFFFF"/>
                </a:highlight>
                <a:latin typeface="Arial"/>
                <a:cs typeface="Arial"/>
              </a:rPr>
              <a:t>quesions</a:t>
            </a:r>
            <a:r>
              <a:rPr lang="en-US" sz="1100" dirty="0">
                <a:solidFill>
                  <a:srgbClr val="001A1E"/>
                </a:solidFill>
                <a:highlight>
                  <a:srgbClr val="FFFFFF"/>
                </a:highlight>
                <a:latin typeface="Arial"/>
                <a:cs typeface="Arial"/>
              </a:rPr>
              <a:t> regarding this, please feel free to let me know. I would be more than happy to have a meeting about this with u as well if this would provide a </a:t>
            </a:r>
            <a:r>
              <a:rPr lang="en-US" sz="1100">
                <a:solidFill>
                  <a:srgbClr val="001A1E"/>
                </a:solidFill>
                <a:highlight>
                  <a:srgbClr val="FFFFFF"/>
                </a:highlight>
                <a:latin typeface="Arial"/>
                <a:cs typeface="Arial"/>
              </a:rPr>
              <a:t>better insight. My availability is on the Google Calendar, so you can schedule a meeting with me there. I hope to see u around in the office next week as well so we can </a:t>
            </a:r>
            <a:r>
              <a:rPr lang="en-US" sz="1100" dirty="0">
                <a:solidFill>
                  <a:srgbClr val="001A1E"/>
                </a:solidFill>
                <a:highlight>
                  <a:srgbClr val="FFFFFF"/>
                </a:highlight>
                <a:latin typeface="Arial"/>
                <a:cs typeface="Arial"/>
              </a:rPr>
              <a:t>discuss this further.</a:t>
            </a:r>
          </a:p>
          <a:p>
            <a:pPr marL="0" indent="0">
              <a:buNone/>
            </a:pPr>
            <a:r>
              <a:rPr lang="en-US" sz="1100">
                <a:solidFill>
                  <a:srgbClr val="001A1E"/>
                </a:solidFill>
                <a:highlight>
                  <a:srgbClr val="FFFFFF"/>
                </a:highlight>
                <a:latin typeface="Arial"/>
                <a:cs typeface="Arial"/>
              </a:rPr>
              <a:t>Kind regards,</a:t>
            </a:r>
          </a:p>
          <a:p>
            <a:pPr marL="170815" indent="-170815"/>
            <a:endParaRPr lang="en-US" sz="1100" dirty="0">
              <a:solidFill>
                <a:srgbClr val="001A1E"/>
              </a:solidFill>
              <a:highlight>
                <a:srgbClr val="FFFFFF"/>
              </a:highlight>
              <a:latin typeface="Arial"/>
              <a:cs typeface="Arial"/>
            </a:endParaRPr>
          </a:p>
        </p:txBody>
      </p:sp>
      <p:sp>
        <p:nvSpPr>
          <p:cNvPr id="5" name="Slide Number Placeholder 4">
            <a:extLst>
              <a:ext uri="{FF2B5EF4-FFF2-40B4-BE49-F238E27FC236}">
                <a16:creationId xmlns:a16="http://schemas.microsoft.com/office/drawing/2014/main" id="{F5AD524D-8687-1E78-9047-FB4FE485551C}"/>
              </a:ext>
            </a:extLst>
          </p:cNvPr>
          <p:cNvSpPr>
            <a:spLocks noGrp="1"/>
          </p:cNvSpPr>
          <p:nvPr>
            <p:ph type="sldNum" sz="quarter" idx="12"/>
          </p:nvPr>
        </p:nvSpPr>
        <p:spPr/>
        <p:txBody>
          <a:bodyPr/>
          <a:lstStyle/>
          <a:p>
            <a:fld id="{350186E4-D062-4F9D-89AD-A70E5D0A1FF4}" type="slidenum">
              <a:rPr lang="nl-BE" altLang="nl-BE" smtClean="0"/>
              <a:pPr/>
              <a:t>32</a:t>
            </a:fld>
            <a:endParaRPr lang="nl-BE" altLang="nl-BE"/>
          </a:p>
        </p:txBody>
      </p:sp>
    </p:spTree>
    <p:extLst>
      <p:ext uri="{BB962C8B-B14F-4D97-AF65-F5344CB8AC3E}">
        <p14:creationId xmlns:p14="http://schemas.microsoft.com/office/powerpoint/2010/main" val="1905908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2941E-F8EE-C48C-37A8-F1502C4D7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AD449-AE8B-1E2B-D03F-F9847594E1E9}"/>
              </a:ext>
            </a:extLst>
          </p:cNvPr>
          <p:cNvSpPr>
            <a:spLocks noGrp="1"/>
          </p:cNvSpPr>
          <p:nvPr>
            <p:ph type="title"/>
          </p:nvPr>
        </p:nvSpPr>
        <p:spPr/>
        <p:txBody>
          <a:bodyPr/>
          <a:lstStyle/>
          <a:p>
            <a:r>
              <a:rPr lang="en-US">
                <a:latin typeface="Century Gothic"/>
              </a:rPr>
              <a:t>Emails</a:t>
            </a:r>
            <a:endParaRPr lang="en-US"/>
          </a:p>
        </p:txBody>
      </p:sp>
      <p:sp>
        <p:nvSpPr>
          <p:cNvPr id="3" name="Content Placeholder 2">
            <a:extLst>
              <a:ext uri="{FF2B5EF4-FFF2-40B4-BE49-F238E27FC236}">
                <a16:creationId xmlns:a16="http://schemas.microsoft.com/office/drawing/2014/main" id="{7BD0124C-EF68-60DB-0C49-55880697F11B}"/>
              </a:ext>
            </a:extLst>
          </p:cNvPr>
          <p:cNvSpPr>
            <a:spLocks noGrp="1"/>
          </p:cNvSpPr>
          <p:nvPr>
            <p:ph sz="half" idx="1"/>
          </p:nvPr>
        </p:nvSpPr>
        <p:spPr>
          <a:xfrm>
            <a:off x="707571" y="981190"/>
            <a:ext cx="10776857" cy="4950052"/>
          </a:xfrm>
        </p:spPr>
        <p:txBody>
          <a:bodyPr vert="horz" lIns="91440" tIns="45720" rIns="91440" bIns="45720" rtlCol="0" anchor="t">
            <a:noAutofit/>
          </a:bodyPr>
          <a:lstStyle/>
          <a:p>
            <a:pPr marL="170815" indent="-170815"/>
            <a:r>
              <a:rPr lang="en-US" sz="1100">
                <a:solidFill>
                  <a:srgbClr val="001A1E"/>
                </a:solidFill>
                <a:highlight>
                  <a:srgbClr val="FFFFFF"/>
                </a:highlight>
                <a:latin typeface="Arial"/>
                <a:cs typeface="Arial"/>
              </a:rPr>
              <a:t>From: student</a:t>
            </a:r>
            <a:r>
              <a:rPr lang="en-US" sz="1100" dirty="0">
                <a:solidFill>
                  <a:srgbClr val="001A1E"/>
                </a:solidFill>
                <a:highlight>
                  <a:srgbClr val="FFFFFF"/>
                </a:highlight>
                <a:latin typeface="Arial"/>
                <a:cs typeface="Arial"/>
                <a:hlinkClick r:id="rId2"/>
              </a:rPr>
              <a:t>@student.ap.be</a:t>
            </a:r>
            <a:br>
              <a:rPr lang="en-US" sz="1100" dirty="0">
                <a:solidFill>
                  <a:srgbClr val="001A1E"/>
                </a:solidFill>
                <a:highlight>
                  <a:srgbClr val="FFFFFF"/>
                </a:highlight>
                <a:latin typeface="Arial"/>
                <a:cs typeface="Arial"/>
              </a:rPr>
            </a:br>
            <a:r>
              <a:rPr lang="en-US" sz="1100" dirty="0">
                <a:solidFill>
                  <a:srgbClr val="001A1E"/>
                </a:solidFill>
                <a:highlight>
                  <a:srgbClr val="FFFFFF"/>
                </a:highlight>
                <a:latin typeface="Arial"/>
                <a:cs typeface="Arial"/>
              </a:rPr>
              <a:t>To: </a:t>
            </a:r>
            <a:r>
              <a:rPr lang="en-US" sz="1100" dirty="0">
                <a:solidFill>
                  <a:srgbClr val="001A1E"/>
                </a:solidFill>
                <a:highlight>
                  <a:srgbClr val="FFFFFF"/>
                </a:highlight>
                <a:latin typeface="Arial"/>
                <a:cs typeface="Arial"/>
                <a:hlinkClick r:id="rId3"/>
              </a:rPr>
              <a:t>bruce.wayne@ap.be</a:t>
            </a:r>
            <a:br>
              <a:rPr lang="en-US" sz="1100" dirty="0">
                <a:solidFill>
                  <a:srgbClr val="001A1E"/>
                </a:solidFill>
                <a:highlight>
                  <a:srgbClr val="FFFFFF"/>
                </a:highlight>
                <a:latin typeface="Arial"/>
                <a:cs typeface="Arial"/>
              </a:rPr>
            </a:br>
            <a:r>
              <a:rPr lang="en-US" sz="1100" dirty="0">
                <a:solidFill>
                  <a:srgbClr val="001A1E"/>
                </a:solidFill>
                <a:highlight>
                  <a:srgbClr val="FFFFFF"/>
                </a:highlight>
                <a:latin typeface="Arial"/>
                <a:cs typeface="Arial"/>
              </a:rPr>
              <a:t>CC: </a:t>
            </a:r>
            <a:r>
              <a:rPr lang="en-US" sz="1100" dirty="0">
                <a:solidFill>
                  <a:srgbClr val="001A1E"/>
                </a:solidFill>
                <a:highlight>
                  <a:srgbClr val="FFFFFF"/>
                </a:highlight>
                <a:latin typeface="Arial"/>
                <a:cs typeface="Arial"/>
                <a:hlinkClick r:id="rId4"/>
              </a:rPr>
              <a:t>bruce.banner@ap.be</a:t>
            </a:r>
            <a:br>
              <a:rPr lang="en-US" sz="1100" dirty="0">
                <a:solidFill>
                  <a:srgbClr val="001A1E"/>
                </a:solidFill>
                <a:highlight>
                  <a:srgbClr val="FFFFFF"/>
                </a:highlight>
                <a:latin typeface="Arial"/>
                <a:cs typeface="Arial"/>
              </a:rPr>
            </a:br>
            <a:r>
              <a:rPr lang="en-US" sz="1100" dirty="0">
                <a:solidFill>
                  <a:srgbClr val="001A1E"/>
                </a:solidFill>
                <a:highlight>
                  <a:srgbClr val="FFFFFF"/>
                </a:highlight>
                <a:latin typeface="Arial"/>
                <a:cs typeface="Arial"/>
              </a:rPr>
              <a:t>BCC: </a:t>
            </a:r>
            <a:br>
              <a:rPr lang="en-US" sz="1100" dirty="0">
                <a:solidFill>
                  <a:srgbClr val="001A1E"/>
                </a:solidFill>
                <a:highlight>
                  <a:srgbClr val="FFFFFF"/>
                </a:highlight>
                <a:latin typeface="Arial"/>
                <a:cs typeface="Arial"/>
              </a:rPr>
            </a:br>
            <a:r>
              <a:rPr lang="en-US" sz="1100" dirty="0">
                <a:solidFill>
                  <a:srgbClr val="001A1E"/>
                </a:solidFill>
                <a:highlight>
                  <a:srgbClr val="FFFFFF"/>
                </a:highlight>
                <a:latin typeface="Arial"/>
                <a:cs typeface="Arial"/>
              </a:rPr>
              <a:t>Subject: Use of brainstorming during team meetings</a:t>
            </a:r>
            <a:endParaRPr lang="en-US" sz="1100" dirty="0">
              <a:solidFill>
                <a:srgbClr val="001A1E"/>
              </a:solidFill>
              <a:highlight>
                <a:srgbClr val="E7F3F5"/>
              </a:highlight>
            </a:endParaRPr>
          </a:p>
          <a:p>
            <a:pPr marL="0" indent="0">
              <a:buNone/>
            </a:pPr>
            <a:r>
              <a:rPr lang="en-US" sz="1100">
                <a:solidFill>
                  <a:srgbClr val="001A1E"/>
                </a:solidFill>
                <a:highlight>
                  <a:srgbClr val="FFFFFF"/>
                </a:highlight>
                <a:latin typeface="Arial"/>
                <a:cs typeface="Arial"/>
              </a:rPr>
              <a:t>Dear Mr. Wayne,</a:t>
            </a:r>
            <a:endParaRPr lang="en-US" sz="1100" dirty="0">
              <a:solidFill>
                <a:srgbClr val="001A1E"/>
              </a:solidFill>
              <a:highlight>
                <a:srgbClr val="FFFFFF"/>
              </a:highlight>
              <a:latin typeface="Arial"/>
              <a:cs typeface="Arial"/>
            </a:endParaRPr>
          </a:p>
          <a:p>
            <a:pPr marL="0" indent="0">
              <a:buNone/>
            </a:pPr>
            <a:r>
              <a:rPr lang="en-US" sz="1100" dirty="0">
                <a:solidFill>
                  <a:srgbClr val="001A1E"/>
                </a:solidFill>
                <a:highlight>
                  <a:srgbClr val="FFFFFF"/>
                </a:highlight>
                <a:latin typeface="Arial"/>
                <a:cs typeface="Arial"/>
              </a:rPr>
              <a:t>I hope this email finds you </a:t>
            </a:r>
            <a:r>
              <a:rPr lang="en-US" sz="1100" dirty="0">
                <a:solidFill>
                  <a:srgbClr val="001A1E"/>
                </a:solidFill>
                <a:highlight>
                  <a:srgbClr val="FFFF00"/>
                </a:highlight>
                <a:latin typeface="Arial"/>
                <a:cs typeface="Arial"/>
              </a:rPr>
              <a:t>good</a:t>
            </a:r>
            <a:r>
              <a:rPr lang="en-US" sz="1100" dirty="0">
                <a:solidFill>
                  <a:srgbClr val="001A1E"/>
                </a:solidFill>
                <a:highlight>
                  <a:srgbClr val="FFFFFF"/>
                </a:highlight>
                <a:latin typeface="Arial"/>
                <a:cs typeface="Arial"/>
              </a:rPr>
              <a:t>. A few days ago</a:t>
            </a:r>
            <a:r>
              <a:rPr lang="en-US" sz="1100" dirty="0">
                <a:solidFill>
                  <a:srgbClr val="001A1E"/>
                </a:solidFill>
                <a:highlight>
                  <a:srgbClr val="FFFF00"/>
                </a:highlight>
                <a:latin typeface="Arial"/>
                <a:cs typeface="Arial"/>
              </a:rPr>
              <a:t> </a:t>
            </a:r>
            <a:r>
              <a:rPr lang="en-US" sz="1100" dirty="0">
                <a:solidFill>
                  <a:srgbClr val="001A1E"/>
                </a:solidFill>
                <a:highlight>
                  <a:srgbClr val="FFFFFF"/>
                </a:highlight>
                <a:latin typeface="Arial"/>
                <a:cs typeface="Arial"/>
              </a:rPr>
              <a:t>we had a </a:t>
            </a:r>
            <a:r>
              <a:rPr lang="en-US" sz="1100" dirty="0">
                <a:solidFill>
                  <a:srgbClr val="001A1E"/>
                </a:solidFill>
                <a:highlight>
                  <a:srgbClr val="FFFF00"/>
                </a:highlight>
                <a:latin typeface="Arial"/>
                <a:cs typeface="Arial"/>
              </a:rPr>
              <a:t>conversion </a:t>
            </a:r>
            <a:r>
              <a:rPr lang="en-US" sz="1100" dirty="0">
                <a:solidFill>
                  <a:srgbClr val="001A1E"/>
                </a:solidFill>
                <a:highlight>
                  <a:srgbClr val="FFFFFF"/>
                </a:highlight>
                <a:latin typeface="Arial"/>
                <a:cs typeface="Arial"/>
              </a:rPr>
              <a:t>in your office about the team's performance. After researching multiple </a:t>
            </a:r>
            <a:r>
              <a:rPr lang="en-US" sz="1100" dirty="0" err="1">
                <a:solidFill>
                  <a:srgbClr val="001A1E"/>
                </a:solidFill>
                <a:highlight>
                  <a:srgbClr val="FFFF00"/>
                </a:highlight>
                <a:latin typeface="Arial"/>
                <a:cs typeface="Arial"/>
              </a:rPr>
              <a:t>methodes</a:t>
            </a:r>
            <a:r>
              <a:rPr lang="en-US" sz="1100" dirty="0">
                <a:solidFill>
                  <a:srgbClr val="001A1E"/>
                </a:solidFill>
                <a:highlight>
                  <a:srgbClr val="FFFF00"/>
                </a:highlight>
                <a:latin typeface="Arial"/>
                <a:cs typeface="Arial"/>
              </a:rPr>
              <a:t> </a:t>
            </a:r>
            <a:r>
              <a:rPr lang="en-US" sz="1100" dirty="0">
                <a:solidFill>
                  <a:srgbClr val="001A1E"/>
                </a:solidFill>
                <a:highlight>
                  <a:srgbClr val="FFFFFF"/>
                </a:highlight>
                <a:latin typeface="Arial"/>
                <a:cs typeface="Arial"/>
              </a:rPr>
              <a:t>on how to improve our performance, I landed on brainstorming. This can be used on our team, other teams, or even completely different departments.</a:t>
            </a:r>
          </a:p>
          <a:p>
            <a:pPr marL="0" indent="0">
              <a:buNone/>
            </a:pPr>
            <a:r>
              <a:rPr lang="en-US" sz="1100" dirty="0">
                <a:solidFill>
                  <a:srgbClr val="001A1E"/>
                </a:solidFill>
                <a:highlight>
                  <a:srgbClr val="FFFFFF"/>
                </a:highlight>
                <a:latin typeface="Arial"/>
                <a:cs typeface="Arial"/>
              </a:rPr>
              <a:t>By including a short brainstorming session in the weekly meetings, we could strongly increase the amount creative ideas produced by our team. Besides that, it would allow everyone to provide their concepts</a:t>
            </a:r>
            <a:r>
              <a:rPr lang="en-US" sz="1100" dirty="0">
                <a:solidFill>
                  <a:srgbClr val="001A1E"/>
                </a:solidFill>
                <a:highlight>
                  <a:srgbClr val="FFFF00"/>
                </a:highlight>
                <a:latin typeface="Arial"/>
                <a:cs typeface="Arial"/>
              </a:rPr>
              <a:t>, </a:t>
            </a:r>
            <a:r>
              <a:rPr lang="en-US" sz="1100" dirty="0">
                <a:solidFill>
                  <a:srgbClr val="001A1E"/>
                </a:solidFill>
                <a:highlight>
                  <a:srgbClr val="FFFFFF"/>
                </a:highlight>
                <a:latin typeface="Arial"/>
                <a:cs typeface="Arial"/>
              </a:rPr>
              <a:t>and be a good way for the team to work together. It is important that we know not </a:t>
            </a:r>
            <a:r>
              <a:rPr lang="en-US" sz="1100" dirty="0">
                <a:solidFill>
                  <a:srgbClr val="001A1E"/>
                </a:solidFill>
                <a:highlight>
                  <a:srgbClr val="FFFF00"/>
                </a:highlight>
                <a:latin typeface="Arial"/>
                <a:cs typeface="Arial"/>
              </a:rPr>
              <a:t>each </a:t>
            </a:r>
            <a:r>
              <a:rPr lang="en-US" sz="1100" dirty="0">
                <a:solidFill>
                  <a:srgbClr val="001A1E"/>
                </a:solidFill>
                <a:highlight>
                  <a:srgbClr val="FFFFFF"/>
                </a:highlight>
                <a:latin typeface="Arial"/>
                <a:cs typeface="Arial"/>
              </a:rPr>
              <a:t>ideas will actually make it into a finished product or system. Some of them may even be completely unusable. Because of this,</a:t>
            </a:r>
            <a:r>
              <a:rPr lang="en-US" sz="1100" dirty="0">
                <a:solidFill>
                  <a:srgbClr val="001A1E"/>
                </a:solidFill>
                <a:highlight>
                  <a:srgbClr val="FFFF00"/>
                </a:highlight>
                <a:latin typeface="Arial"/>
                <a:cs typeface="Arial"/>
              </a:rPr>
              <a:t> </a:t>
            </a:r>
            <a:r>
              <a:rPr lang="en-US" sz="1100" dirty="0" err="1">
                <a:solidFill>
                  <a:srgbClr val="001A1E"/>
                </a:solidFill>
                <a:highlight>
                  <a:srgbClr val="FFFF00"/>
                </a:highlight>
                <a:latin typeface="Arial"/>
                <a:cs typeface="Arial"/>
              </a:rPr>
              <a:t>i</a:t>
            </a:r>
            <a:r>
              <a:rPr lang="en-US" sz="1100" dirty="0">
                <a:solidFill>
                  <a:srgbClr val="001A1E"/>
                </a:solidFill>
                <a:highlight>
                  <a:srgbClr val="FFFFFF"/>
                </a:highlight>
                <a:latin typeface="Arial"/>
                <a:cs typeface="Arial"/>
              </a:rPr>
              <a:t> also think it is important to limit the amount of time we spend on brainstorming to, for example, 10 minutes per meeting. This can then be followed by a discussion of </a:t>
            </a:r>
            <a:r>
              <a:rPr lang="en-US" sz="1100" dirty="0" err="1">
                <a:solidFill>
                  <a:srgbClr val="001A1E"/>
                </a:solidFill>
                <a:highlight>
                  <a:srgbClr val="FFFF00"/>
                </a:highlight>
                <a:latin typeface="Arial"/>
                <a:cs typeface="Arial"/>
              </a:rPr>
              <a:t>aroud</a:t>
            </a:r>
            <a:r>
              <a:rPr lang="en-US" sz="1100" dirty="0">
                <a:solidFill>
                  <a:srgbClr val="001A1E"/>
                </a:solidFill>
                <a:highlight>
                  <a:srgbClr val="FFFF00"/>
                </a:highlight>
                <a:latin typeface="Arial"/>
                <a:cs typeface="Arial"/>
              </a:rPr>
              <a:t> </a:t>
            </a:r>
            <a:r>
              <a:rPr lang="en-US" sz="1100" dirty="0">
                <a:solidFill>
                  <a:srgbClr val="001A1E"/>
                </a:solidFill>
                <a:highlight>
                  <a:srgbClr val="FFFFFF"/>
                </a:highlight>
                <a:latin typeface="Arial"/>
                <a:cs typeface="Arial"/>
              </a:rPr>
              <a:t>5 minutes to see which concepts we want to explore </a:t>
            </a:r>
            <a:r>
              <a:rPr lang="en-US" sz="1100" dirty="0">
                <a:solidFill>
                  <a:srgbClr val="001A1E"/>
                </a:solidFill>
                <a:highlight>
                  <a:srgbClr val="FFFF00"/>
                </a:highlight>
                <a:latin typeface="Arial"/>
                <a:cs typeface="Arial"/>
              </a:rPr>
              <a:t>furth</a:t>
            </a:r>
            <a:r>
              <a:rPr lang="en-US" sz="1100" dirty="0">
                <a:solidFill>
                  <a:srgbClr val="001A1E"/>
                </a:solidFill>
                <a:highlight>
                  <a:srgbClr val="FFFFFF"/>
                </a:highlight>
                <a:latin typeface="Arial"/>
                <a:cs typeface="Arial"/>
              </a:rPr>
              <a:t>.</a:t>
            </a:r>
          </a:p>
          <a:p>
            <a:pPr marL="0" indent="0">
              <a:buNone/>
            </a:pPr>
            <a:r>
              <a:rPr lang="en-US" sz="1100" dirty="0">
                <a:solidFill>
                  <a:srgbClr val="001A1E"/>
                </a:solidFill>
                <a:highlight>
                  <a:srgbClr val="FFFFFF"/>
                </a:highlight>
                <a:latin typeface="Arial"/>
                <a:cs typeface="Arial"/>
              </a:rPr>
              <a:t>To make all of this possible, I have found a tool which </a:t>
            </a:r>
            <a:r>
              <a:rPr lang="en-US" sz="1100" dirty="0">
                <a:solidFill>
                  <a:srgbClr val="001A1E"/>
                </a:solidFill>
                <a:highlight>
                  <a:srgbClr val="FFFF00"/>
                </a:highlight>
                <a:latin typeface="Arial"/>
                <a:cs typeface="Arial"/>
              </a:rPr>
              <a:t>allow </a:t>
            </a:r>
            <a:r>
              <a:rPr lang="en-US" sz="1100" dirty="0">
                <a:solidFill>
                  <a:srgbClr val="001A1E"/>
                </a:solidFill>
                <a:highlight>
                  <a:srgbClr val="FFFFFF"/>
                </a:highlight>
                <a:latin typeface="Arial"/>
                <a:cs typeface="Arial"/>
              </a:rPr>
              <a:t>you to brainstorm online. This is important because most of our meetings are either fully online via Teams</a:t>
            </a:r>
            <a:r>
              <a:rPr lang="en-US" sz="1100" dirty="0">
                <a:solidFill>
                  <a:srgbClr val="001A1E"/>
                </a:solidFill>
                <a:highlight>
                  <a:srgbClr val="FFFF00"/>
                </a:highlight>
                <a:latin typeface="Arial"/>
                <a:cs typeface="Arial"/>
              </a:rPr>
              <a:t>,</a:t>
            </a:r>
            <a:r>
              <a:rPr lang="en-US" sz="1100" dirty="0">
                <a:solidFill>
                  <a:srgbClr val="001A1E"/>
                </a:solidFill>
                <a:highlight>
                  <a:srgbClr val="FFFFFF"/>
                </a:highlight>
                <a:latin typeface="Arial"/>
                <a:cs typeface="Arial"/>
              </a:rPr>
              <a:t> or include some people that are joining via Teams. The tool is completely free, open-source, and can be integrated with our systems without too </a:t>
            </a:r>
            <a:r>
              <a:rPr lang="en-US" sz="1100" dirty="0">
                <a:solidFill>
                  <a:srgbClr val="001A1E"/>
                </a:solidFill>
                <a:highlight>
                  <a:srgbClr val="FFFF00"/>
                </a:highlight>
                <a:latin typeface="Arial"/>
                <a:cs typeface="Arial"/>
              </a:rPr>
              <a:t>much </a:t>
            </a:r>
            <a:r>
              <a:rPr lang="en-US" sz="1100" dirty="0">
                <a:solidFill>
                  <a:srgbClr val="001A1E"/>
                </a:solidFill>
                <a:highlight>
                  <a:srgbClr val="FFFFFF"/>
                </a:highlight>
                <a:latin typeface="Arial"/>
                <a:cs typeface="Arial"/>
              </a:rPr>
              <a:t>issues. I have also got this confirmed by IT. According to them, they should be able to integrate it within a week if needed. It would allow everyone to put in their ideas, after which we can go over them to and mark those we want to look in further. As I tend to make my meeting too long, I noticed that this tool also allows you to set a time limit for both the brainstorming itself, and the marking of good concepts. All this information can </a:t>
            </a:r>
            <a:r>
              <a:rPr lang="en-US" sz="1100" dirty="0">
                <a:solidFill>
                  <a:srgbClr val="001A1E"/>
                </a:solidFill>
                <a:highlight>
                  <a:srgbClr val="FFFF00"/>
                </a:highlight>
                <a:latin typeface="Arial"/>
                <a:cs typeface="Arial"/>
              </a:rPr>
              <a:t>than </a:t>
            </a:r>
            <a:r>
              <a:rPr lang="en-US" sz="1100" dirty="0">
                <a:solidFill>
                  <a:srgbClr val="001A1E"/>
                </a:solidFill>
                <a:highlight>
                  <a:srgbClr val="FFFFFF"/>
                </a:highlight>
                <a:latin typeface="Arial"/>
                <a:cs typeface="Arial"/>
              </a:rPr>
              <a:t>be stored on </a:t>
            </a:r>
            <a:r>
              <a:rPr lang="en-US" sz="1100" dirty="0" err="1">
                <a:solidFill>
                  <a:srgbClr val="001A1E"/>
                </a:solidFill>
                <a:highlight>
                  <a:srgbClr val="FFFFFF"/>
                </a:highlight>
                <a:latin typeface="Arial"/>
                <a:cs typeface="Arial"/>
              </a:rPr>
              <a:t>Sharepoint</a:t>
            </a:r>
            <a:r>
              <a:rPr lang="en-US" sz="1100" dirty="0">
                <a:solidFill>
                  <a:srgbClr val="001A1E"/>
                </a:solidFill>
                <a:highlight>
                  <a:srgbClr val="FFFFFF"/>
                </a:highlight>
                <a:latin typeface="Arial"/>
                <a:cs typeface="Arial"/>
              </a:rPr>
              <a:t> so anyone can look into it later.</a:t>
            </a:r>
          </a:p>
          <a:p>
            <a:pPr marL="0" indent="0">
              <a:buNone/>
            </a:pPr>
            <a:r>
              <a:rPr lang="en-US" sz="1100" dirty="0">
                <a:solidFill>
                  <a:srgbClr val="001A1E"/>
                </a:solidFill>
                <a:highlight>
                  <a:srgbClr val="FFFFFF"/>
                </a:highlight>
                <a:latin typeface="Arial"/>
                <a:cs typeface="Arial"/>
              </a:rPr>
              <a:t>Although I' am aware that the latest few weeks my team's performance has been lower than usual, and team meetings have been longer than they should, I really do believe that making use of brainstorming can cause a positive change. Although this will indeed increase our meeting times by around 15 minutes, I have seen some quiet good results from other companies using this method as well. I have copied in Bruce Banner with this email to ensure he knows about this idea as well. If this turns out not to improve our performance over the course of 2-3 months, we can </a:t>
            </a:r>
            <a:r>
              <a:rPr lang="en-US" sz="1100" dirty="0">
                <a:solidFill>
                  <a:srgbClr val="001A1E"/>
                </a:solidFill>
                <a:highlight>
                  <a:srgbClr val="FFFF00"/>
                </a:highlight>
                <a:latin typeface="Arial"/>
                <a:cs typeface="Arial"/>
              </a:rPr>
              <a:t>simple </a:t>
            </a:r>
            <a:r>
              <a:rPr lang="en-US" sz="1100" dirty="0">
                <a:solidFill>
                  <a:srgbClr val="001A1E"/>
                </a:solidFill>
                <a:highlight>
                  <a:srgbClr val="FFFFFF"/>
                </a:highlight>
                <a:latin typeface="Arial"/>
                <a:cs typeface="Arial"/>
              </a:rPr>
              <a:t>remove it from our meetings again and search for alternative solutions.</a:t>
            </a:r>
          </a:p>
          <a:p>
            <a:pPr marL="0" indent="0">
              <a:buNone/>
            </a:pPr>
            <a:r>
              <a:rPr lang="en-US" sz="1100" dirty="0">
                <a:solidFill>
                  <a:srgbClr val="001A1E"/>
                </a:solidFill>
                <a:highlight>
                  <a:srgbClr val="FFFFFF"/>
                </a:highlight>
                <a:latin typeface="Arial"/>
                <a:cs typeface="Arial"/>
              </a:rPr>
              <a:t>If you have any </a:t>
            </a:r>
            <a:r>
              <a:rPr lang="en-US" sz="1100" err="1">
                <a:solidFill>
                  <a:srgbClr val="001A1E"/>
                </a:solidFill>
                <a:highlight>
                  <a:srgbClr val="FFFF00"/>
                </a:highlight>
                <a:latin typeface="Arial"/>
                <a:cs typeface="Arial"/>
              </a:rPr>
              <a:t>quesions</a:t>
            </a:r>
            <a:r>
              <a:rPr lang="en-US" sz="1100" dirty="0">
                <a:solidFill>
                  <a:srgbClr val="001A1E"/>
                </a:solidFill>
                <a:highlight>
                  <a:srgbClr val="FFFF00"/>
                </a:highlight>
                <a:latin typeface="Arial"/>
                <a:cs typeface="Arial"/>
              </a:rPr>
              <a:t> </a:t>
            </a:r>
            <a:r>
              <a:rPr lang="en-US" sz="1100" dirty="0">
                <a:solidFill>
                  <a:srgbClr val="001A1E"/>
                </a:solidFill>
                <a:highlight>
                  <a:srgbClr val="FFFFFF"/>
                </a:highlight>
                <a:latin typeface="Arial"/>
                <a:cs typeface="Arial"/>
              </a:rPr>
              <a:t>regarding this, please feel free to let me know. I would be more than happy to have a meeting about this with </a:t>
            </a:r>
            <a:r>
              <a:rPr lang="en-US" sz="1100" dirty="0">
                <a:solidFill>
                  <a:srgbClr val="001A1E"/>
                </a:solidFill>
                <a:highlight>
                  <a:srgbClr val="FFFF00"/>
                </a:highlight>
                <a:latin typeface="Arial"/>
                <a:cs typeface="Arial"/>
              </a:rPr>
              <a:t>u </a:t>
            </a:r>
            <a:r>
              <a:rPr lang="en-US" sz="1100" dirty="0">
                <a:solidFill>
                  <a:srgbClr val="001A1E"/>
                </a:solidFill>
                <a:highlight>
                  <a:srgbClr val="FFFFFF"/>
                </a:highlight>
                <a:latin typeface="Arial"/>
                <a:cs typeface="Arial"/>
              </a:rPr>
              <a:t>as well if this would provide a </a:t>
            </a:r>
            <a:r>
              <a:rPr lang="en-US" sz="1100">
                <a:solidFill>
                  <a:srgbClr val="001A1E"/>
                </a:solidFill>
                <a:highlight>
                  <a:srgbClr val="FFFFFF"/>
                </a:highlight>
                <a:latin typeface="Arial"/>
                <a:cs typeface="Arial"/>
              </a:rPr>
              <a:t>better insight. My availability is on the Google Calendar, so you can schedule a meeting with me there. I hope to see u around in the office next week as well so we can </a:t>
            </a:r>
            <a:r>
              <a:rPr lang="en-US" sz="1100" dirty="0">
                <a:solidFill>
                  <a:srgbClr val="001A1E"/>
                </a:solidFill>
                <a:highlight>
                  <a:srgbClr val="FFFFFF"/>
                </a:highlight>
                <a:latin typeface="Arial"/>
                <a:cs typeface="Arial"/>
              </a:rPr>
              <a:t>discuss this further.</a:t>
            </a:r>
          </a:p>
          <a:p>
            <a:pPr marL="0" indent="0">
              <a:buNone/>
            </a:pPr>
            <a:r>
              <a:rPr lang="en-US" sz="1100" dirty="0">
                <a:solidFill>
                  <a:srgbClr val="001A1E"/>
                </a:solidFill>
                <a:highlight>
                  <a:srgbClr val="FFFFFF"/>
                </a:highlight>
                <a:latin typeface="Arial"/>
                <a:cs typeface="Arial"/>
              </a:rPr>
              <a:t>Kind regards,</a:t>
            </a:r>
            <a:br>
              <a:rPr lang="en-US" sz="1100" dirty="0">
                <a:solidFill>
                  <a:srgbClr val="001A1E"/>
                </a:solidFill>
                <a:highlight>
                  <a:srgbClr val="FFFFFF"/>
                </a:highlight>
                <a:latin typeface="Arial"/>
                <a:cs typeface="Arial"/>
              </a:rPr>
            </a:br>
            <a:br>
              <a:rPr lang="en-US" sz="1100" dirty="0">
                <a:highlight>
                  <a:srgbClr val="FFFFFF"/>
                </a:highlight>
                <a:latin typeface="Arial"/>
                <a:cs typeface="Arial"/>
              </a:rPr>
            </a:br>
            <a:r>
              <a:rPr lang="en-US">
                <a:solidFill>
                  <a:srgbClr val="001A1E"/>
                </a:solidFill>
                <a:highlight>
                  <a:srgbClr val="FFFF00"/>
                </a:highlight>
                <a:latin typeface="Arial"/>
                <a:cs typeface="Arial"/>
              </a:rPr>
              <a:t>→0/15 for language</a:t>
            </a:r>
            <a:r>
              <a:rPr lang="en-US" dirty="0">
                <a:solidFill>
                  <a:srgbClr val="001A1E"/>
                </a:solidFill>
                <a:highlight>
                  <a:srgbClr val="FFFFFF"/>
                </a:highlight>
                <a:latin typeface="Arial"/>
                <a:cs typeface="Arial"/>
              </a:rPr>
              <a:t> </a:t>
            </a:r>
          </a:p>
          <a:p>
            <a:pPr marL="170815" indent="-170815"/>
            <a:endParaRPr lang="en-US" sz="1100" dirty="0">
              <a:solidFill>
                <a:srgbClr val="001A1E"/>
              </a:solidFill>
              <a:highlight>
                <a:srgbClr val="FFFFFF"/>
              </a:highlight>
              <a:latin typeface="Arial"/>
              <a:cs typeface="Arial"/>
            </a:endParaRPr>
          </a:p>
        </p:txBody>
      </p:sp>
      <p:sp>
        <p:nvSpPr>
          <p:cNvPr id="5" name="Slide Number Placeholder 4">
            <a:extLst>
              <a:ext uri="{FF2B5EF4-FFF2-40B4-BE49-F238E27FC236}">
                <a16:creationId xmlns:a16="http://schemas.microsoft.com/office/drawing/2014/main" id="{C71A58B2-D820-43BA-8BE0-292AEFDD671B}"/>
              </a:ext>
            </a:extLst>
          </p:cNvPr>
          <p:cNvSpPr>
            <a:spLocks noGrp="1"/>
          </p:cNvSpPr>
          <p:nvPr>
            <p:ph type="sldNum" sz="quarter" idx="12"/>
          </p:nvPr>
        </p:nvSpPr>
        <p:spPr/>
        <p:txBody>
          <a:bodyPr/>
          <a:lstStyle/>
          <a:p>
            <a:fld id="{350186E4-D062-4F9D-89AD-A70E5D0A1FF4}" type="slidenum">
              <a:rPr lang="nl-BE" altLang="nl-BE" smtClean="0"/>
              <a:pPr/>
              <a:t>33</a:t>
            </a:fld>
            <a:endParaRPr lang="nl-BE" altLang="nl-BE"/>
          </a:p>
        </p:txBody>
      </p:sp>
    </p:spTree>
    <p:extLst>
      <p:ext uri="{BB962C8B-B14F-4D97-AF65-F5344CB8AC3E}">
        <p14:creationId xmlns:p14="http://schemas.microsoft.com/office/powerpoint/2010/main" val="10432409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E1317-7464-2AE0-EB6B-571167BB84CB}"/>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05F3079D-A854-87E0-E53E-B9F05F6FEC20}"/>
              </a:ext>
            </a:extLst>
          </p:cNvPr>
          <p:cNvSpPr txBox="1"/>
          <p:nvPr/>
        </p:nvSpPr>
        <p:spPr>
          <a:xfrm>
            <a:off x="1146629" y="2285999"/>
            <a:ext cx="10380143" cy="3195618"/>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nl-NL" sz="3600" dirty="0" err="1">
                <a:solidFill>
                  <a:schemeClr val="tx1">
                    <a:lumMod val="75000"/>
                    <a:lumOff val="25000"/>
                  </a:schemeClr>
                </a:solidFill>
                <a:latin typeface="Arial"/>
                <a:cs typeface="Arial"/>
              </a:rPr>
              <a:t>Send</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an</a:t>
            </a:r>
            <a:r>
              <a:rPr lang="nl-NL" sz="3600" dirty="0">
                <a:solidFill>
                  <a:schemeClr val="tx1">
                    <a:lumMod val="75000"/>
                    <a:lumOff val="25000"/>
                  </a:schemeClr>
                </a:solidFill>
                <a:latin typeface="Arial"/>
                <a:cs typeface="Arial"/>
              </a:rPr>
              <a:t> email of </a:t>
            </a:r>
            <a:r>
              <a:rPr lang="nl-NL" sz="3600" b="1" dirty="0">
                <a:solidFill>
                  <a:schemeClr val="tx1">
                    <a:lumMod val="75000"/>
                    <a:lumOff val="25000"/>
                  </a:schemeClr>
                </a:solidFill>
                <a:latin typeface="Arial"/>
                <a:cs typeface="Arial"/>
              </a:rPr>
              <a:t>150 </a:t>
            </a:r>
            <a:r>
              <a:rPr lang="nl-NL" sz="3600" b="1" dirty="0" err="1">
                <a:solidFill>
                  <a:schemeClr val="tx1">
                    <a:lumMod val="75000"/>
                    <a:lumOff val="25000"/>
                  </a:schemeClr>
                </a:solidFill>
                <a:latin typeface="Arial"/>
                <a:cs typeface="Arial"/>
              </a:rPr>
              <a:t>words</a:t>
            </a:r>
            <a:r>
              <a:rPr lang="nl-NL" sz="3600" b="1"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to</a:t>
            </a:r>
            <a:r>
              <a:rPr lang="nl-NL" sz="3600" dirty="0">
                <a:solidFill>
                  <a:schemeClr val="tx1">
                    <a:lumMod val="75000"/>
                    <a:lumOff val="25000"/>
                  </a:schemeClr>
                </a:solidFill>
                <a:latin typeface="Arial"/>
                <a:cs typeface="Arial"/>
              </a:rPr>
              <a:t> a fellow student </a:t>
            </a:r>
            <a:r>
              <a:rPr lang="nl-NL" sz="3600" dirty="0" err="1">
                <a:solidFill>
                  <a:schemeClr val="tx1">
                    <a:lumMod val="75000"/>
                    <a:lumOff val="25000"/>
                  </a:schemeClr>
                </a:solidFill>
                <a:latin typeface="Arial"/>
                <a:cs typeface="Arial"/>
              </a:rPr>
              <a:t>about</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your</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favourite</a:t>
            </a:r>
            <a:r>
              <a:rPr lang="nl-NL" sz="3600" dirty="0">
                <a:solidFill>
                  <a:schemeClr val="tx1">
                    <a:lumMod val="75000"/>
                    <a:lumOff val="25000"/>
                  </a:schemeClr>
                </a:solidFill>
                <a:latin typeface="Arial"/>
                <a:cs typeface="Arial"/>
              </a:rPr>
              <a:t> course(s). </a:t>
            </a:r>
            <a:r>
              <a:rPr lang="nl-NL" sz="3600" dirty="0" err="1">
                <a:solidFill>
                  <a:schemeClr val="tx1">
                    <a:lumMod val="75000"/>
                    <a:lumOff val="25000"/>
                  </a:schemeClr>
                </a:solidFill>
                <a:latin typeface="Arial"/>
                <a:cs typeface="Arial"/>
              </a:rPr>
              <a:t>Explain</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what</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it</a:t>
            </a:r>
            <a:r>
              <a:rPr lang="nl-NL" sz="3600" dirty="0">
                <a:solidFill>
                  <a:schemeClr val="tx1">
                    <a:lumMod val="75000"/>
                    <a:lumOff val="25000"/>
                  </a:schemeClr>
                </a:solidFill>
                <a:latin typeface="Arial"/>
                <a:cs typeface="Arial"/>
              </a:rPr>
              <a:t> is, </a:t>
            </a:r>
            <a:r>
              <a:rPr lang="nl-NL" sz="3600" dirty="0" err="1">
                <a:solidFill>
                  <a:schemeClr val="tx1">
                    <a:lumMod val="75000"/>
                    <a:lumOff val="25000"/>
                  </a:schemeClr>
                </a:solidFill>
                <a:latin typeface="Arial"/>
                <a:cs typeface="Arial"/>
              </a:rPr>
              <a:t>why</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you</a:t>
            </a:r>
            <a:r>
              <a:rPr lang="nl-NL" sz="3600" dirty="0">
                <a:solidFill>
                  <a:schemeClr val="tx1">
                    <a:lumMod val="75000"/>
                    <a:lumOff val="25000"/>
                  </a:schemeClr>
                </a:solidFill>
                <a:latin typeface="Arial"/>
                <a:cs typeface="Arial"/>
              </a:rPr>
              <a:t> love </a:t>
            </a:r>
            <a:r>
              <a:rPr lang="nl-NL" sz="3600" dirty="0" err="1">
                <a:solidFill>
                  <a:schemeClr val="tx1">
                    <a:lumMod val="75000"/>
                    <a:lumOff val="25000"/>
                  </a:schemeClr>
                </a:solidFill>
                <a:latin typeface="Arial"/>
                <a:cs typeface="Arial"/>
              </a:rPr>
              <a:t>it</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and</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what</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you</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will</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use</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it</a:t>
            </a:r>
            <a:r>
              <a:rPr lang="nl-NL" sz="3600" dirty="0">
                <a:solidFill>
                  <a:schemeClr val="tx1">
                    <a:lumMod val="75000"/>
                    <a:lumOff val="25000"/>
                  </a:schemeClr>
                </a:solidFill>
                <a:latin typeface="Arial"/>
                <a:cs typeface="Arial"/>
              </a:rPr>
              <a:t> </a:t>
            </a:r>
            <a:r>
              <a:rPr lang="nl-NL" sz="3600" dirty="0" err="1">
                <a:solidFill>
                  <a:schemeClr val="tx1">
                    <a:lumMod val="75000"/>
                    <a:lumOff val="25000"/>
                  </a:schemeClr>
                </a:solidFill>
                <a:latin typeface="Arial"/>
                <a:cs typeface="Arial"/>
              </a:rPr>
              <a:t>for</a:t>
            </a:r>
            <a:r>
              <a:rPr lang="nl-NL" sz="3600" dirty="0">
                <a:solidFill>
                  <a:schemeClr val="tx1">
                    <a:lumMod val="75000"/>
                    <a:lumOff val="25000"/>
                  </a:schemeClr>
                </a:solidFill>
                <a:latin typeface="Arial"/>
                <a:cs typeface="Arial"/>
              </a:rPr>
              <a:t> later.</a:t>
            </a:r>
          </a:p>
          <a:p>
            <a:pPr>
              <a:lnSpc>
                <a:spcPct val="150000"/>
              </a:lnSpc>
            </a:pPr>
            <a:r>
              <a:rPr lang="nl-NL" sz="2800" dirty="0">
                <a:solidFill>
                  <a:schemeClr val="tx1">
                    <a:lumMod val="75000"/>
                    <a:lumOff val="25000"/>
                  </a:schemeClr>
                </a:solidFill>
                <a:latin typeface="Calibri"/>
                <a:ea typeface="Calibri"/>
                <a:cs typeface="Arial"/>
              </a:rPr>
              <a:t>The </a:t>
            </a:r>
            <a:r>
              <a:rPr lang="nl-NL" sz="2800" dirty="0" err="1">
                <a:solidFill>
                  <a:schemeClr val="tx1">
                    <a:lumMod val="75000"/>
                    <a:lumOff val="25000"/>
                  </a:schemeClr>
                </a:solidFill>
                <a:latin typeface="Calibri"/>
                <a:ea typeface="Calibri"/>
                <a:cs typeface="Arial"/>
              </a:rPr>
              <a:t>other</a:t>
            </a:r>
            <a:r>
              <a:rPr lang="nl-NL" sz="2800" dirty="0">
                <a:solidFill>
                  <a:schemeClr val="tx1">
                    <a:lumMod val="75000"/>
                    <a:lumOff val="25000"/>
                  </a:schemeClr>
                </a:solidFill>
                <a:latin typeface="Calibri"/>
                <a:ea typeface="Calibri"/>
                <a:cs typeface="Arial"/>
              </a:rPr>
              <a:t> person </a:t>
            </a:r>
            <a:r>
              <a:rPr lang="nl-NL" sz="2800" dirty="0" err="1">
                <a:solidFill>
                  <a:schemeClr val="tx1">
                    <a:lumMod val="75000"/>
                    <a:lumOff val="25000"/>
                  </a:schemeClr>
                </a:solidFill>
                <a:latin typeface="Calibri"/>
                <a:ea typeface="Calibri"/>
                <a:cs typeface="Arial"/>
              </a:rPr>
              <a:t>gives</a:t>
            </a:r>
            <a:r>
              <a:rPr lang="nl-NL" sz="2800" dirty="0">
                <a:solidFill>
                  <a:schemeClr val="tx1">
                    <a:lumMod val="75000"/>
                    <a:lumOff val="25000"/>
                  </a:schemeClr>
                </a:solidFill>
                <a:latin typeface="Calibri"/>
                <a:ea typeface="Calibri"/>
                <a:cs typeface="Arial"/>
              </a:rPr>
              <a:t> feedback </a:t>
            </a:r>
            <a:r>
              <a:rPr lang="nl-NL" sz="2800" dirty="0" err="1">
                <a:solidFill>
                  <a:schemeClr val="tx1">
                    <a:lumMod val="75000"/>
                    <a:lumOff val="25000"/>
                  </a:schemeClr>
                </a:solidFill>
                <a:latin typeface="Calibri"/>
                <a:ea typeface="Calibri"/>
                <a:cs typeface="Arial"/>
              </a:rPr>
              <a:t>orally</a:t>
            </a:r>
            <a:r>
              <a:rPr lang="nl-NL" sz="2800" dirty="0">
                <a:solidFill>
                  <a:schemeClr val="tx1">
                    <a:lumMod val="75000"/>
                    <a:lumOff val="25000"/>
                  </a:schemeClr>
                </a:solidFill>
                <a:latin typeface="Calibri"/>
                <a:ea typeface="Calibri"/>
                <a:cs typeface="Arial"/>
              </a:rPr>
              <a:t> </a:t>
            </a:r>
            <a:r>
              <a:rPr lang="nl-NL" sz="2800" dirty="0" err="1">
                <a:solidFill>
                  <a:schemeClr val="tx1">
                    <a:lumMod val="75000"/>
                    <a:lumOff val="25000"/>
                  </a:schemeClr>
                </a:solidFill>
                <a:latin typeface="Calibri"/>
                <a:ea typeface="Calibri"/>
                <a:cs typeface="Arial"/>
              </a:rPr>
              <a:t>after</a:t>
            </a:r>
            <a:r>
              <a:rPr lang="nl-NL" sz="2800" dirty="0">
                <a:solidFill>
                  <a:schemeClr val="tx1">
                    <a:lumMod val="75000"/>
                    <a:lumOff val="25000"/>
                  </a:schemeClr>
                </a:solidFill>
                <a:latin typeface="Calibri"/>
                <a:ea typeface="Calibri"/>
                <a:cs typeface="Arial"/>
              </a:rPr>
              <a:t> reading </a:t>
            </a:r>
            <a:r>
              <a:rPr lang="nl-NL" sz="2800" dirty="0" err="1">
                <a:solidFill>
                  <a:schemeClr val="tx1">
                    <a:lumMod val="75000"/>
                    <a:lumOff val="25000"/>
                  </a:schemeClr>
                </a:solidFill>
                <a:latin typeface="Calibri"/>
                <a:ea typeface="Calibri"/>
                <a:cs typeface="Arial"/>
              </a:rPr>
              <a:t>the</a:t>
            </a:r>
            <a:r>
              <a:rPr lang="nl-NL" sz="2800" dirty="0">
                <a:solidFill>
                  <a:schemeClr val="tx1">
                    <a:lumMod val="75000"/>
                    <a:lumOff val="25000"/>
                  </a:schemeClr>
                </a:solidFill>
                <a:latin typeface="Calibri"/>
                <a:ea typeface="Calibri"/>
                <a:cs typeface="Arial"/>
              </a:rPr>
              <a:t> email.</a:t>
            </a:r>
          </a:p>
        </p:txBody>
      </p:sp>
      <p:sp>
        <p:nvSpPr>
          <p:cNvPr id="11" name="Tijdelijke aanduiding voor dianummer 3">
            <a:extLst>
              <a:ext uri="{FF2B5EF4-FFF2-40B4-BE49-F238E27FC236}">
                <a16:creationId xmlns:a16="http://schemas.microsoft.com/office/drawing/2014/main" id="{5DE372B4-62B1-D6CF-3F1C-81B8F5A64FDE}"/>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34</a:t>
            </a:fld>
            <a:endParaRPr lang="nl-BE" altLang="nl-BE" dirty="0"/>
          </a:p>
        </p:txBody>
      </p:sp>
      <p:sp>
        <p:nvSpPr>
          <p:cNvPr id="15" name="Rectangle 1">
            <a:extLst>
              <a:ext uri="{FF2B5EF4-FFF2-40B4-BE49-F238E27FC236}">
                <a16:creationId xmlns:a16="http://schemas.microsoft.com/office/drawing/2014/main" id="{CFDB69BA-05FB-D2D7-47C6-547723BD92E1}"/>
              </a:ext>
            </a:extLst>
          </p:cNvPr>
          <p:cNvSpPr txBox="1">
            <a:spLocks noChangeArrowheads="1"/>
          </p:cNvSpPr>
          <p:nvPr/>
        </p:nvSpPr>
        <p:spPr>
          <a:xfrm>
            <a:off x="1415480" y="18864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sp>
        <p:nvSpPr>
          <p:cNvPr id="5" name="Tekstvak 4">
            <a:extLst>
              <a:ext uri="{FF2B5EF4-FFF2-40B4-BE49-F238E27FC236}">
                <a16:creationId xmlns:a16="http://schemas.microsoft.com/office/drawing/2014/main" id="{78690C71-3E26-3CCC-C176-A9A2E137E5A9}"/>
              </a:ext>
            </a:extLst>
          </p:cNvPr>
          <p:cNvSpPr txBox="1"/>
          <p:nvPr/>
        </p:nvSpPr>
        <p:spPr>
          <a:xfrm>
            <a:off x="9808079" y="116632"/>
            <a:ext cx="231063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1"/>
                </a:solidFill>
                <a:latin typeface="Arial"/>
                <a:ea typeface="Microsoft YaHei"/>
                <a:cs typeface="Arial"/>
              </a:rPr>
              <a:t>Contact a friend.</a:t>
            </a:r>
            <a:endParaRPr lang="nl-NL" dirty="0">
              <a:solidFill>
                <a:schemeClr val="tx1"/>
              </a:solidFill>
              <a:cs typeface="Arial"/>
            </a:endParaRPr>
          </a:p>
          <a:p>
            <a:r>
              <a:rPr lang="en-US" sz="800" dirty="0">
                <a:solidFill>
                  <a:schemeClr val="tx1"/>
                </a:solidFill>
                <a:latin typeface="Arial"/>
                <a:ea typeface="Microsoft YaHei"/>
                <a:cs typeface="Arial"/>
              </a:rPr>
              <a:t>Source: </a:t>
            </a:r>
            <a:r>
              <a:rPr lang="en-US" sz="800" dirty="0">
                <a:solidFill>
                  <a:schemeClr val="tx1"/>
                </a:solidFill>
                <a:latin typeface="Arial"/>
                <a:ea typeface="Microsoft YaHei"/>
                <a:cs typeface="Arial"/>
                <a:hlinkClick r:id="rId3">
                  <a:extLst>
                    <a:ext uri="{A12FA001-AC4F-418D-AE19-62706E023703}">
                      <ahyp:hlinkClr xmlns:ahyp="http://schemas.microsoft.com/office/drawing/2018/hyperlinkcolor" val="tx"/>
                    </a:ext>
                  </a:extLst>
                </a:hlinkClick>
              </a:rPr>
              <a:t>https://www.123greetings.com/stay_in_touch/keep_in_touch/staykeep37.html</a:t>
            </a:r>
            <a:r>
              <a:rPr lang="en-US" sz="800" dirty="0">
                <a:solidFill>
                  <a:schemeClr val="tx1"/>
                </a:solidFill>
                <a:latin typeface="Arial"/>
                <a:ea typeface="Microsoft YaHei"/>
                <a:cs typeface="Arial"/>
              </a:rPr>
              <a:t> (2025)</a:t>
            </a:r>
          </a:p>
        </p:txBody>
      </p:sp>
      <p:pic>
        <p:nvPicPr>
          <p:cNvPr id="3" name="Afbeelding 2" descr="Send Me A Mail Soon! Free Keep in Touch eCards, Greeting Cards | 123 ...">
            <a:extLst>
              <a:ext uri="{FF2B5EF4-FFF2-40B4-BE49-F238E27FC236}">
                <a16:creationId xmlns:a16="http://schemas.microsoft.com/office/drawing/2014/main" id="{BB3ECCFB-069D-3874-562F-62E880CBE4CB}"/>
              </a:ext>
            </a:extLst>
          </p:cNvPr>
          <p:cNvPicPr>
            <a:picLocks noChangeAspect="1"/>
          </p:cNvPicPr>
          <p:nvPr/>
        </p:nvPicPr>
        <p:blipFill>
          <a:blip r:embed="rId4"/>
          <a:stretch>
            <a:fillRect/>
          </a:stretch>
        </p:blipFill>
        <p:spPr>
          <a:xfrm>
            <a:off x="8040216" y="116883"/>
            <a:ext cx="1690366" cy="20522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67016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p:cNvSpPr>
            <a:spLocks noGrp="1"/>
          </p:cNvSpPr>
          <p:nvPr>
            <p:ph type="sldNum" sz="quarter" idx="12"/>
          </p:nvPr>
        </p:nvSpPr>
        <p:spPr>
          <a:prstGeom prst="rect">
            <a:avLst/>
          </a:prstGeom>
        </p:spPr>
        <p:txBody>
          <a:bodyPr vert="horz" lIns="91440" tIns="45720" rIns="91440" bIns="45720" rtlCol="0" anchor="ctr"/>
          <a:lstStyle>
            <a:defPPr>
              <a:defRPr lang="en-GB"/>
            </a:defPPr>
            <a:lvl1pPr algn="r" defTabSz="449263" rtl="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35</a:t>
            </a:fld>
            <a:endParaRPr lang="nl-BE" altLang="nl-BE"/>
          </a:p>
        </p:txBody>
      </p:sp>
      <p:sp>
        <p:nvSpPr>
          <p:cNvPr id="11" name="Rectangle 10">
            <a:extLst>
              <a:ext uri="{FF2B5EF4-FFF2-40B4-BE49-F238E27FC236}">
                <a16:creationId xmlns:a16="http://schemas.microsoft.com/office/drawing/2014/main" id="{777B7675-0F8C-5740-A303-8A8D52A7D989}"/>
              </a:ext>
            </a:extLst>
          </p:cNvPr>
          <p:cNvSpPr/>
          <p:nvPr/>
        </p:nvSpPr>
        <p:spPr>
          <a:xfrm>
            <a:off x="2753521" y="4982763"/>
            <a:ext cx="7494280" cy="1569660"/>
          </a:xfrm>
          <a:prstGeom prst="rect">
            <a:avLst/>
          </a:prstGeom>
        </p:spPr>
        <p:txBody>
          <a:bodyPr wrap="square" lIns="91440" tIns="45720" rIns="91440" bIns="45720" anchor="t">
            <a:spAutoFit/>
          </a:bodyPr>
          <a:lstStyle/>
          <a:p>
            <a:endParaRPr lang="en-US" sz="3200" b="1" dirty="0">
              <a:solidFill>
                <a:schemeClr val="tx1"/>
              </a:solidFill>
              <a:cs typeface="Arial"/>
            </a:endParaRPr>
          </a:p>
          <a:p>
            <a:r>
              <a:rPr lang="en-US" sz="3200" b="1" dirty="0">
                <a:solidFill>
                  <a:schemeClr val="tx1"/>
                </a:solidFill>
                <a:latin typeface="Arial"/>
                <a:ea typeface="Microsoft YaHei"/>
                <a:cs typeface="Arial"/>
              </a:rPr>
              <a:t>Plagiarism on AP = 0 and fraud commission</a:t>
            </a:r>
          </a:p>
        </p:txBody>
      </p:sp>
      <p:pic>
        <p:nvPicPr>
          <p:cNvPr id="2" name="Picture 1">
            <a:extLst>
              <a:ext uri="{FF2B5EF4-FFF2-40B4-BE49-F238E27FC236}">
                <a16:creationId xmlns:a16="http://schemas.microsoft.com/office/drawing/2014/main" id="{C6432256-404B-B54B-986D-0D46DCB7C10E}"/>
              </a:ext>
            </a:extLst>
          </p:cNvPr>
          <p:cNvPicPr>
            <a:picLocks noChangeAspect="1"/>
          </p:cNvPicPr>
          <p:nvPr/>
        </p:nvPicPr>
        <p:blipFill>
          <a:blip r:embed="rId3"/>
          <a:stretch>
            <a:fillRect/>
          </a:stretch>
        </p:blipFill>
        <p:spPr>
          <a:xfrm>
            <a:off x="6456040" y="283912"/>
            <a:ext cx="1104854" cy="1430588"/>
          </a:xfrm>
          <a:prstGeom prst="rect">
            <a:avLst/>
          </a:prstGeom>
        </p:spPr>
      </p:pic>
      <p:sp>
        <p:nvSpPr>
          <p:cNvPr id="8" name="Rectangle 1">
            <a:extLst>
              <a:ext uri="{FF2B5EF4-FFF2-40B4-BE49-F238E27FC236}">
                <a16:creationId xmlns:a16="http://schemas.microsoft.com/office/drawing/2014/main" id="{417B9895-5F62-0F43-9093-42CAA928953B}"/>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fontAlgn="auto">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Sources</a:t>
            </a:r>
            <a:endParaRPr lang="nl-BE" altLang="nl-BE">
              <a:latin typeface="Century Gothic"/>
              <a:hlinkClick r:id="" action="ppaction://noaction">
                <a:extLst>
                  <a:ext uri="{A12FA001-AC4F-418D-AE19-62706E023703}">
                    <ahyp:hlinkClr xmlns:ahyp="http://schemas.microsoft.com/office/drawing/2018/hyperlinkcolor" val="tx"/>
                  </a:ext>
                </a:extLst>
              </a:hlinkClick>
            </a:endParaRPr>
          </a:p>
        </p:txBody>
      </p:sp>
      <p:pic>
        <p:nvPicPr>
          <p:cNvPr id="4" name="Picture 3">
            <a:extLst>
              <a:ext uri="{FF2B5EF4-FFF2-40B4-BE49-F238E27FC236}">
                <a16:creationId xmlns:a16="http://schemas.microsoft.com/office/drawing/2014/main" id="{79BE1C08-0415-494A-8D6C-2BC40C0AE845}"/>
              </a:ext>
            </a:extLst>
          </p:cNvPr>
          <p:cNvPicPr>
            <a:picLocks noChangeAspect="1"/>
          </p:cNvPicPr>
          <p:nvPr/>
        </p:nvPicPr>
        <p:blipFill>
          <a:blip r:embed="rId4"/>
          <a:stretch>
            <a:fillRect/>
          </a:stretch>
        </p:blipFill>
        <p:spPr>
          <a:xfrm>
            <a:off x="2267197" y="1488369"/>
            <a:ext cx="8001000" cy="2933700"/>
          </a:xfrm>
          <a:prstGeom prst="rect">
            <a:avLst/>
          </a:prstGeom>
        </p:spPr>
      </p:pic>
      <p:sp>
        <p:nvSpPr>
          <p:cNvPr id="9" name="TextBox 8">
            <a:extLst>
              <a:ext uri="{FF2B5EF4-FFF2-40B4-BE49-F238E27FC236}">
                <a16:creationId xmlns:a16="http://schemas.microsoft.com/office/drawing/2014/main" id="{6EE3EE83-6FAE-414F-B5EE-908281442543}"/>
              </a:ext>
            </a:extLst>
          </p:cNvPr>
          <p:cNvSpPr txBox="1"/>
          <p:nvPr/>
        </p:nvSpPr>
        <p:spPr>
          <a:xfrm>
            <a:off x="2271087" y="4411541"/>
            <a:ext cx="4848956" cy="584775"/>
          </a:xfrm>
          <a:prstGeom prst="rect">
            <a:avLst/>
          </a:prstGeom>
          <a:noFill/>
        </p:spPr>
        <p:txBody>
          <a:bodyPr wrap="none" lIns="91440" tIns="45720" rIns="91440" bIns="45720" rtlCol="0" anchor="t">
            <a:spAutoFit/>
          </a:bodyPr>
          <a:lstStyle/>
          <a:p>
            <a:r>
              <a:rPr lang="en-GB" sz="2000" dirty="0">
                <a:solidFill>
                  <a:schemeClr val="tx1"/>
                </a:solidFill>
                <a:latin typeface="Arial"/>
                <a:ea typeface="Microsoft YaHei"/>
                <a:cs typeface="Arial"/>
              </a:rPr>
              <a:t>Dictionary definition</a:t>
            </a:r>
            <a:r>
              <a:rPr lang="en-GB" sz="1200" dirty="0">
                <a:solidFill>
                  <a:schemeClr val="tx1"/>
                </a:solidFill>
                <a:latin typeface="Arial"/>
                <a:ea typeface="Microsoft YaHei"/>
                <a:cs typeface="Arial"/>
              </a:rPr>
              <a:t>. </a:t>
            </a:r>
            <a:endParaRPr lang="nl-NL" dirty="0">
              <a:solidFill>
                <a:schemeClr val="tx1"/>
              </a:solidFill>
            </a:endParaRPr>
          </a:p>
          <a:p>
            <a:r>
              <a:rPr lang="en-GB" sz="1200" dirty="0">
                <a:solidFill>
                  <a:schemeClr val="tx1"/>
                </a:solidFill>
                <a:latin typeface="Arial"/>
                <a:ea typeface="Microsoft YaHei"/>
                <a:cs typeface="Arial"/>
              </a:rPr>
              <a:t>Source: </a:t>
            </a:r>
            <a:r>
              <a:rPr lang="en-GB" sz="1200" dirty="0">
                <a:solidFill>
                  <a:srgbClr val="AD0F0A"/>
                </a:solidFill>
                <a:latin typeface="Arial"/>
                <a:ea typeface="Microsoft YaHei"/>
                <a:cs typeface="Arial"/>
                <a:hlinkClick r:id="rId5">
                  <a:extLst>
                    <a:ext uri="{A12FA001-AC4F-418D-AE19-62706E023703}">
                      <ahyp:hlinkClr xmlns:ahyp="http://schemas.microsoft.com/office/drawing/2018/hyperlinkcolor" val="tx"/>
                    </a:ext>
                  </a:extLst>
                </a:hlinkClick>
              </a:rPr>
              <a:t>https://www.plagiarism.org/article/</a:t>
            </a:r>
            <a:r>
              <a:rPr lang="en-GB" sz="1200" dirty="0">
                <a:solidFill>
                  <a:schemeClr val="tx1"/>
                </a:solidFill>
                <a:latin typeface="Arial"/>
                <a:ea typeface="Microsoft YaHei"/>
                <a:cs typeface="Arial"/>
                <a:hlinkClick r:id="rId5">
                  <a:extLst>
                    <a:ext uri="{A12FA001-AC4F-418D-AE19-62706E023703}">
                      <ahyp:hlinkClr xmlns:ahyp="http://schemas.microsoft.com/office/drawing/2018/hyperlinkcolor" val="tx"/>
                    </a:ext>
                  </a:extLst>
                </a:hlinkClick>
              </a:rPr>
              <a:t>what-is-plagiarism</a:t>
            </a:r>
            <a:r>
              <a:rPr lang="en-GB" sz="1200" dirty="0">
                <a:solidFill>
                  <a:schemeClr val="tx1"/>
                </a:solidFill>
                <a:latin typeface="Arial"/>
                <a:ea typeface="Microsoft YaHei"/>
                <a:cs typeface="Arial"/>
              </a:rPr>
              <a:t> (12025)</a:t>
            </a:r>
            <a:endParaRPr lang="en-GB" dirty="0">
              <a:solidFill>
                <a:schemeClr val="tx1"/>
              </a:solidFill>
            </a:endParaRPr>
          </a:p>
        </p:txBody>
      </p:sp>
    </p:spTree>
    <p:extLst>
      <p:ext uri="{BB962C8B-B14F-4D97-AF65-F5344CB8AC3E}">
        <p14:creationId xmlns:p14="http://schemas.microsoft.com/office/powerpoint/2010/main" val="426178915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p:cNvSpPr>
            <a:spLocks noGrp="1"/>
          </p:cNvSpPr>
          <p:nvPr>
            <p:ph type="sldNum" sz="quarter" idx="12"/>
          </p:nvPr>
        </p:nvSpPr>
        <p:spPr>
          <a:prstGeom prst="rect">
            <a:avLst/>
          </a:prstGeom>
        </p:spPr>
        <p:txBody>
          <a:bodyPr vert="horz" lIns="91440" tIns="45720" rIns="91440" bIns="45720" rtlCol="0" anchor="ctr"/>
          <a:lstStyle>
            <a:defPPr>
              <a:defRPr lang="en-GB"/>
            </a:defPPr>
            <a:lvl1pPr algn="r" defTabSz="449263" rtl="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36</a:t>
            </a:fld>
            <a:endParaRPr lang="nl-BE" altLang="nl-BE"/>
          </a:p>
        </p:txBody>
      </p:sp>
      <p:sp>
        <p:nvSpPr>
          <p:cNvPr id="4" name="Tekstvak 3"/>
          <p:cNvSpPr txBox="1"/>
          <p:nvPr/>
        </p:nvSpPr>
        <p:spPr>
          <a:xfrm>
            <a:off x="1758554" y="696532"/>
            <a:ext cx="6453336" cy="2308324"/>
          </a:xfrm>
          <a:prstGeom prst="rect">
            <a:avLst/>
          </a:prstGeom>
          <a:noFill/>
        </p:spPr>
        <p:txBody>
          <a:bodyPr wrap="square" lIns="91440" tIns="45720" rIns="91440" bIns="45720" rtlCol="0" anchor="t">
            <a:spAutoFit/>
          </a:bodyPr>
          <a:lstStyle/>
          <a:p>
            <a:pPr marL="814070" lvl="1" indent="-257175">
              <a:buFont typeface="Arial" panose="020B0604020202020204" pitchFamily="34" charset="0"/>
              <a:buChar char="•"/>
            </a:pPr>
            <a:r>
              <a:rPr lang="nl-BE" sz="2400" dirty="0">
                <a:solidFill>
                  <a:schemeClr val="tx1"/>
                </a:solidFill>
              </a:rPr>
              <a:t>Helpful sites:</a:t>
            </a:r>
            <a:endParaRPr lang="nl-NL"/>
          </a:p>
          <a:p>
            <a:pPr marL="1114425" lvl="2" indent="-257175">
              <a:buFont typeface="Arial" panose="020B0604020202020204" pitchFamily="34" charset="0"/>
              <a:buChar char="•"/>
            </a:pPr>
            <a:r>
              <a:rPr lang="nl-BE" sz="2400" dirty="0">
                <a:solidFill>
                  <a:schemeClr val="tx1"/>
                </a:solidFill>
                <a:latin typeface="Arial"/>
                <a:ea typeface="Microsoft YaHei"/>
                <a:cs typeface="Arial"/>
                <a:hlinkClick r:id="rId3"/>
              </a:rPr>
              <a:t>https://www.scribbr.com/citation/generator/apa/</a:t>
            </a:r>
          </a:p>
          <a:p>
            <a:pPr marL="1114425" lvl="2" indent="-257175">
              <a:buFont typeface="Arial" panose="020B0604020202020204" pitchFamily="34" charset="0"/>
              <a:buChar char="•"/>
            </a:pPr>
            <a:r>
              <a:rPr lang="nl-BE" sz="2400" dirty="0">
                <a:solidFill>
                  <a:schemeClr val="tx1"/>
                </a:solidFill>
                <a:hlinkClick r:id="rId4">
                  <a:extLst>
                    <a:ext uri="{A12FA001-AC4F-418D-AE19-62706E023703}">
                      <ahyp:hlinkClr xmlns:ahyp="http://schemas.microsoft.com/office/drawing/2018/hyperlinkcolor" val="tx"/>
                    </a:ext>
                  </a:extLst>
                </a:hlinkClick>
              </a:rPr>
              <a:t>http://www.citethisforme.com</a:t>
            </a:r>
            <a:endParaRPr lang="nl-BE" sz="2400">
              <a:solidFill>
                <a:schemeClr val="tx1"/>
              </a:solidFill>
            </a:endParaRPr>
          </a:p>
          <a:p>
            <a:pPr marL="1114425" lvl="2" indent="-257175">
              <a:buFont typeface="Arial" panose="020B0604020202020204" pitchFamily="34" charset="0"/>
              <a:buChar char="•"/>
            </a:pPr>
            <a:r>
              <a:rPr lang="nl-BE" sz="2400" dirty="0">
                <a:solidFill>
                  <a:schemeClr val="tx1"/>
                </a:solidFill>
                <a:hlinkClick r:id="rId5"/>
              </a:rPr>
              <a:t>https://www.citationmachine.net</a:t>
            </a:r>
            <a:r>
              <a:rPr lang="nl-BE" sz="2400" dirty="0">
                <a:solidFill>
                  <a:schemeClr val="tx1"/>
                </a:solidFill>
              </a:rPr>
              <a:t>  </a:t>
            </a:r>
          </a:p>
          <a:p>
            <a:pPr marL="1114425" lvl="2" indent="-257175">
              <a:buFont typeface="Arial" panose="020B0604020202020204" pitchFamily="34" charset="0"/>
              <a:buChar char="•"/>
            </a:pPr>
            <a:r>
              <a:rPr lang="nl-BE" sz="2400" dirty="0">
                <a:solidFill>
                  <a:schemeClr val="tx1"/>
                </a:solidFill>
                <a:hlinkClick r:id="rId6"/>
              </a:rPr>
              <a:t>https://scholar.google.com</a:t>
            </a:r>
            <a:r>
              <a:rPr lang="nl-BE" sz="2400" dirty="0">
                <a:solidFill>
                  <a:schemeClr val="tx1"/>
                </a:solidFill>
              </a:rPr>
              <a:t> </a:t>
            </a:r>
          </a:p>
        </p:txBody>
      </p:sp>
      <p:pic>
        <p:nvPicPr>
          <p:cNvPr id="7" name="Picture 6">
            <a:extLst>
              <a:ext uri="{FF2B5EF4-FFF2-40B4-BE49-F238E27FC236}">
                <a16:creationId xmlns:a16="http://schemas.microsoft.com/office/drawing/2014/main" id="{22536D01-1B19-1A43-9EAE-221536F11549}"/>
              </a:ext>
            </a:extLst>
          </p:cNvPr>
          <p:cNvPicPr>
            <a:picLocks noChangeAspect="1"/>
          </p:cNvPicPr>
          <p:nvPr/>
        </p:nvPicPr>
        <p:blipFill>
          <a:blip r:embed="rId7"/>
          <a:stretch>
            <a:fillRect/>
          </a:stretch>
        </p:blipFill>
        <p:spPr>
          <a:xfrm>
            <a:off x="1975204" y="3001046"/>
            <a:ext cx="7877383" cy="3123394"/>
          </a:xfrm>
          <a:prstGeom prst="rect">
            <a:avLst/>
          </a:prstGeom>
        </p:spPr>
      </p:pic>
      <p:sp>
        <p:nvSpPr>
          <p:cNvPr id="5" name="Rectangle 1">
            <a:extLst>
              <a:ext uri="{FF2B5EF4-FFF2-40B4-BE49-F238E27FC236}">
                <a16:creationId xmlns:a16="http://schemas.microsoft.com/office/drawing/2014/main" id="{3392616D-B2F5-CA35-7082-084693C89622}"/>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fontAlgn="auto">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Sources</a:t>
            </a:r>
            <a:endParaRPr lang="nl-BE" altLang="nl-BE">
              <a:latin typeface="Century Gothic"/>
              <a:hlinkClick r:id="" action="ppaction://noaction">
                <a:extLst>
                  <a:ext uri="{A12FA001-AC4F-418D-AE19-62706E023703}">
                    <ahyp:hlinkClr xmlns:ahyp="http://schemas.microsoft.com/office/drawing/2018/hyperlinkcolor" val="tx"/>
                  </a:ext>
                </a:extLst>
              </a:hlinkClick>
            </a:endParaRPr>
          </a:p>
        </p:txBody>
      </p:sp>
      <p:sp>
        <p:nvSpPr>
          <p:cNvPr id="9" name="Tekstvak 8">
            <a:extLst>
              <a:ext uri="{FF2B5EF4-FFF2-40B4-BE49-F238E27FC236}">
                <a16:creationId xmlns:a16="http://schemas.microsoft.com/office/drawing/2014/main" id="{820524B4-221E-24AB-ED41-AA9DA44AC9A3}"/>
              </a:ext>
            </a:extLst>
          </p:cNvPr>
          <p:cNvSpPr txBox="1"/>
          <p:nvPr/>
        </p:nvSpPr>
        <p:spPr>
          <a:xfrm>
            <a:off x="2614162" y="6123189"/>
            <a:ext cx="5614504"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2">
                    <a:lumMod val="10000"/>
                  </a:schemeClr>
                </a:solidFill>
                <a:latin typeface="Arial"/>
                <a:ea typeface="Microsoft YaHei"/>
                <a:cs typeface="Arial"/>
              </a:rPr>
              <a:t>Use the resources.</a:t>
            </a:r>
            <a:endParaRPr lang="nl-NL" sz="2000" dirty="0">
              <a:solidFill>
                <a:schemeClr val="bg2">
                  <a:lumMod val="10000"/>
                </a:schemeClr>
              </a:solidFill>
              <a:cs typeface="Arial" panose="020B0604020202020204" pitchFamily="34" charset="0"/>
            </a:endParaRPr>
          </a:p>
          <a:p>
            <a:r>
              <a:rPr lang="en-US" sz="900" dirty="0">
                <a:solidFill>
                  <a:schemeClr val="bg2">
                    <a:lumMod val="10000"/>
                  </a:schemeClr>
                </a:solidFill>
                <a:latin typeface="Arial"/>
                <a:ea typeface="Microsoft YaHei"/>
                <a:cs typeface="Arial"/>
              </a:rPr>
              <a:t>Source: </a:t>
            </a:r>
            <a:r>
              <a:rPr lang="en-US" sz="900" dirty="0">
                <a:solidFill>
                  <a:schemeClr val="bg2">
                    <a:lumMod val="10000"/>
                  </a:schemeClr>
                </a:solidFill>
                <a:latin typeface="Arial"/>
                <a:ea typeface="Microsoft YaHei"/>
                <a:cs typeface="Arial"/>
                <a:hlinkClick r:id="" action="ppaction://noaction">
                  <a:extLst>
                    <a:ext uri="{A12FA001-AC4F-418D-AE19-62706E023703}">
                      <ahyp:hlinkClr xmlns:ahyp="http://schemas.microsoft.com/office/drawing/2018/hyperlinkcolor" val="tx"/>
                    </a:ext>
                  </a:extLst>
                </a:hlinkClick>
              </a:rPr>
              <a:t>https://scholar.google.com</a:t>
            </a:r>
            <a:r>
              <a:rPr lang="en-US" sz="900" dirty="0">
                <a:solidFill>
                  <a:schemeClr val="bg2">
                    <a:lumMod val="10000"/>
                  </a:schemeClr>
                </a:solidFill>
                <a:latin typeface="Arial"/>
                <a:ea typeface="Microsoft YaHei"/>
                <a:cs typeface="Arial"/>
              </a:rPr>
              <a:t>(2025)</a:t>
            </a:r>
            <a:endParaRPr lang="nl-NL" dirty="0">
              <a:solidFill>
                <a:schemeClr val="bg2">
                  <a:lumMod val="10000"/>
                </a:schemeClr>
              </a:solidFill>
              <a:cs typeface="Arial"/>
            </a:endParaRPr>
          </a:p>
        </p:txBody>
      </p:sp>
    </p:spTree>
    <p:extLst>
      <p:ext uri="{BB962C8B-B14F-4D97-AF65-F5344CB8AC3E}">
        <p14:creationId xmlns:p14="http://schemas.microsoft.com/office/powerpoint/2010/main" val="2180233182"/>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p:cNvSpPr>
            <a:spLocks noGrp="1"/>
          </p:cNvSpPr>
          <p:nvPr>
            <p:ph type="sldNum" sz="quarter" idx="12"/>
          </p:nvPr>
        </p:nvSpPr>
        <p:spPr>
          <a:prstGeom prst="rect">
            <a:avLst/>
          </a:prstGeom>
        </p:spPr>
        <p:txBody>
          <a:bodyPr vert="horz" lIns="91440" tIns="45720" rIns="91440" bIns="45720" rtlCol="0" anchor="ctr"/>
          <a:lstStyle>
            <a:defPPr>
              <a:defRPr lang="en-GB"/>
            </a:defPPr>
            <a:lvl1pPr algn="r" defTabSz="449263" rtl="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37</a:t>
            </a:fld>
            <a:endParaRPr lang="nl-BE" altLang="nl-BE"/>
          </a:p>
        </p:txBody>
      </p:sp>
      <p:sp>
        <p:nvSpPr>
          <p:cNvPr id="4" name="Tekstvak 3"/>
          <p:cNvSpPr txBox="1"/>
          <p:nvPr/>
        </p:nvSpPr>
        <p:spPr>
          <a:xfrm>
            <a:off x="2130923" y="415507"/>
            <a:ext cx="8682891" cy="5324535"/>
          </a:xfrm>
          <a:prstGeom prst="rect">
            <a:avLst/>
          </a:prstGeom>
          <a:noFill/>
        </p:spPr>
        <p:txBody>
          <a:bodyPr wrap="square" lIns="91440" tIns="45720" rIns="91440" bIns="45720" rtlCol="0" anchor="t">
            <a:spAutoFit/>
          </a:bodyPr>
          <a:lstStyle/>
          <a:p>
            <a:pPr marL="457200"/>
            <a:endParaRPr lang="en-GB" sz="2000" dirty="0">
              <a:solidFill>
                <a:schemeClr val="tx1"/>
              </a:solidFill>
              <a:latin typeface="Arial"/>
              <a:ea typeface="Microsoft YaHei"/>
              <a:cs typeface="Arial"/>
            </a:endParaRPr>
          </a:p>
          <a:p>
            <a:pPr marL="457200"/>
            <a:endParaRPr lang="en-GB" sz="2000" dirty="0">
              <a:solidFill>
                <a:schemeClr val="tx1"/>
              </a:solidFill>
              <a:latin typeface="Arial"/>
              <a:ea typeface="Microsoft YaHei"/>
              <a:cs typeface="Arial"/>
            </a:endParaRPr>
          </a:p>
          <a:p>
            <a:pPr marL="457200"/>
            <a:r>
              <a:rPr lang="en-GB" sz="2000" dirty="0">
                <a:solidFill>
                  <a:schemeClr val="tx1"/>
                </a:solidFill>
                <a:latin typeface="Arial"/>
                <a:ea typeface="Microsoft YaHei"/>
                <a:cs typeface="Arial"/>
              </a:rPr>
              <a:t> </a:t>
            </a:r>
            <a:endParaRPr lang="en-GB" sz="2000">
              <a:solidFill>
                <a:schemeClr val="tx1"/>
              </a:solidFill>
              <a:cs typeface="Arial"/>
            </a:endParaRPr>
          </a:p>
          <a:p>
            <a:r>
              <a:rPr lang="en-GB" sz="2000" b="1" dirty="0">
                <a:solidFill>
                  <a:schemeClr val="tx1"/>
                </a:solidFill>
                <a:latin typeface="Arial"/>
                <a:ea typeface="Microsoft YaHei"/>
                <a:cs typeface="Arial"/>
              </a:rPr>
              <a:t>Text</a:t>
            </a:r>
          </a:p>
          <a:p>
            <a:endParaRPr lang="en-GB" sz="2000" dirty="0">
              <a:solidFill>
                <a:schemeClr val="tx1"/>
              </a:solidFill>
              <a:latin typeface="Arial"/>
              <a:ea typeface="Microsoft YaHei"/>
              <a:cs typeface="Arial"/>
            </a:endParaRPr>
          </a:p>
          <a:p>
            <a:r>
              <a:rPr lang="en-GB" sz="2000" dirty="0">
                <a:solidFill>
                  <a:schemeClr val="tx1"/>
                </a:solidFill>
                <a:latin typeface="Arial"/>
                <a:ea typeface="Microsoft YaHei"/>
                <a:cs typeface="Arial"/>
              </a:rPr>
              <a:t>It's easy to create an APA notation (Citation Machine, n.d.) but can an AI do it itself? The answer is yes (OpenAI, 2023).</a:t>
            </a:r>
          </a:p>
          <a:p>
            <a:endParaRPr lang="en-GB" sz="2000" dirty="0">
              <a:solidFill>
                <a:schemeClr val="tx1"/>
              </a:solidFill>
              <a:latin typeface="Arial"/>
              <a:ea typeface="Microsoft YaHei"/>
              <a:cs typeface="Arial"/>
            </a:endParaRPr>
          </a:p>
          <a:p>
            <a:endParaRPr lang="en-GB" sz="2000" b="1" dirty="0">
              <a:solidFill>
                <a:schemeClr val="tx1"/>
              </a:solidFill>
              <a:latin typeface="Arial"/>
              <a:ea typeface="Microsoft YaHei"/>
              <a:cs typeface="Arial"/>
            </a:endParaRPr>
          </a:p>
          <a:p>
            <a:endParaRPr lang="en-GB" sz="2000" b="1" dirty="0">
              <a:solidFill>
                <a:schemeClr val="tx1"/>
              </a:solidFill>
              <a:latin typeface="Arial"/>
              <a:ea typeface="Microsoft YaHei"/>
              <a:cs typeface="Arial"/>
            </a:endParaRPr>
          </a:p>
          <a:p>
            <a:r>
              <a:rPr lang="en-GB" sz="2000" b="1" dirty="0">
                <a:solidFill>
                  <a:schemeClr val="tx1"/>
                </a:solidFill>
                <a:latin typeface="Arial"/>
                <a:ea typeface="Microsoft YaHei"/>
                <a:cs typeface="Arial"/>
              </a:rPr>
              <a:t>Sources</a:t>
            </a:r>
            <a:endParaRPr lang="en-GB" sz="2000" dirty="0">
              <a:solidFill>
                <a:schemeClr val="tx1"/>
              </a:solidFill>
              <a:latin typeface="Arial"/>
              <a:ea typeface="Microsoft YaHei"/>
              <a:cs typeface="Arial"/>
            </a:endParaRPr>
          </a:p>
          <a:p>
            <a:r>
              <a:rPr lang="en-GB" sz="2000" dirty="0">
                <a:solidFill>
                  <a:schemeClr val="tx1"/>
                </a:solidFill>
                <a:latin typeface="Arial"/>
                <a:ea typeface="Microsoft YaHei"/>
                <a:cs typeface="Arial"/>
              </a:rPr>
              <a:t>OpenAI. (2023). </a:t>
            </a:r>
            <a:r>
              <a:rPr lang="en-GB" sz="2000" i="1" dirty="0">
                <a:solidFill>
                  <a:schemeClr val="tx1"/>
                </a:solidFill>
                <a:latin typeface="Arial"/>
                <a:ea typeface="Microsoft YaHei"/>
                <a:cs typeface="Arial"/>
              </a:rPr>
              <a:t>ChatGPT</a:t>
            </a:r>
            <a:r>
              <a:rPr lang="en-GB" sz="2000" dirty="0">
                <a:solidFill>
                  <a:schemeClr val="tx1"/>
                </a:solidFill>
                <a:latin typeface="Arial"/>
                <a:ea typeface="Microsoft YaHei"/>
                <a:cs typeface="Arial"/>
              </a:rPr>
              <a:t> (Mar 14 version) [Large language </a:t>
            </a:r>
            <a:r>
              <a:rPr lang="en-GB" sz="2000">
                <a:solidFill>
                  <a:schemeClr val="tx1"/>
                </a:solidFill>
                <a:latin typeface="Arial"/>
                <a:ea typeface="Microsoft YaHei"/>
                <a:cs typeface="Arial"/>
              </a:rPr>
              <a:t>model]. </a:t>
            </a:r>
            <a:r>
              <a:rPr lang="en-GB" sz="2000" u="sng" dirty="0">
                <a:solidFill>
                  <a:schemeClr val="tx1"/>
                </a:solidFill>
                <a:latin typeface="Arial"/>
                <a:ea typeface="Microsoft YaHei"/>
                <a:cs typeface="Arial"/>
                <a:hlinkClick r:id="rId3">
                  <a:extLst>
                    <a:ext uri="{A12FA001-AC4F-418D-AE19-62706E023703}">
                      <ahyp:hlinkClr xmlns:ahyp="http://schemas.microsoft.com/office/drawing/2018/hyperlinkcolor" val="tx"/>
                    </a:ext>
                  </a:extLst>
                </a:hlinkClick>
              </a:rPr>
              <a:t>https://chat.openai.com/chat</a:t>
            </a:r>
            <a:endParaRPr lang="en-US" sz="2000">
              <a:solidFill>
                <a:schemeClr val="tx1"/>
              </a:solidFill>
              <a:latin typeface="Arial"/>
              <a:ea typeface="Microsoft YaHei"/>
              <a:cs typeface="Arial"/>
            </a:endParaRPr>
          </a:p>
          <a:p>
            <a:endParaRPr lang="en-GB" sz="2000" dirty="0">
              <a:solidFill>
                <a:schemeClr val="tx1"/>
              </a:solidFill>
              <a:latin typeface="Arial"/>
              <a:ea typeface="Microsoft YaHei"/>
              <a:cs typeface="Arial"/>
            </a:endParaRPr>
          </a:p>
          <a:p>
            <a:r>
              <a:rPr lang="en-GB" sz="2000" dirty="0">
                <a:solidFill>
                  <a:schemeClr val="tx1"/>
                </a:solidFill>
                <a:latin typeface="Arial"/>
                <a:ea typeface="Microsoft YaHei"/>
                <a:cs typeface="Arial"/>
              </a:rPr>
              <a:t>Citation Machine® - write smarter. (n.d.).  Retrieved March 16, 2021, from </a:t>
            </a:r>
            <a:r>
              <a:rPr lang="en-GB" sz="2000" dirty="0">
                <a:solidFill>
                  <a:schemeClr val="tx1"/>
                </a:solidFill>
                <a:latin typeface="Arial"/>
                <a:ea typeface="Microsoft YaHei"/>
                <a:cs typeface="Arial"/>
                <a:hlinkClick r:id="rId4">
                  <a:extLst>
                    <a:ext uri="{A12FA001-AC4F-418D-AE19-62706E023703}">
                      <ahyp:hlinkClr xmlns:ahyp="http://schemas.microsoft.com/office/drawing/2018/hyperlinkcolor" val="tx"/>
                    </a:ext>
                  </a:extLst>
                </a:hlinkClick>
              </a:rPr>
              <a:t>https://www.citationmachine.net/</a:t>
            </a:r>
            <a:endParaRPr lang="en-GB" sz="2000" dirty="0">
              <a:solidFill>
                <a:schemeClr val="tx1"/>
              </a:solidFill>
              <a:latin typeface="Arial"/>
              <a:ea typeface="Microsoft YaHei"/>
              <a:cs typeface="Arial"/>
            </a:endParaRPr>
          </a:p>
          <a:p>
            <a:pPr marL="457200"/>
            <a:endParaRPr lang="en-GB" sz="2000" dirty="0">
              <a:solidFill>
                <a:schemeClr val="tx1"/>
              </a:solidFill>
              <a:cs typeface="Arial" panose="020B0604020202020204" pitchFamily="34" charset="0"/>
            </a:endParaRPr>
          </a:p>
        </p:txBody>
      </p:sp>
      <p:sp>
        <p:nvSpPr>
          <p:cNvPr id="5" name="Rectangle 1">
            <a:extLst>
              <a:ext uri="{FF2B5EF4-FFF2-40B4-BE49-F238E27FC236}">
                <a16:creationId xmlns:a16="http://schemas.microsoft.com/office/drawing/2014/main" id="{EDBD652D-9E37-00A6-354E-839563E82A5D}"/>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fontAlgn="auto">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a:latin typeface="Century Gothic"/>
              </a:rPr>
              <a:t>Sources</a:t>
            </a:r>
            <a:endParaRPr lang="nl-BE" altLang="nl-BE">
              <a:latin typeface="Century Gothic"/>
              <a:hlinkClick r:id="" action="ppaction://noaction">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968224369"/>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1130-DEE7-9560-0A03-85299953F24F}"/>
            </a:ext>
          </a:extLst>
        </p:cNvPr>
        <p:cNvGrpSpPr/>
        <p:nvPr/>
      </p:nvGrpSpPr>
      <p:grpSpPr>
        <a:xfrm>
          <a:off x="0" y="0"/>
          <a:ext cx="0" cy="0"/>
          <a:chOff x="0" y="0"/>
          <a:chExt cx="0" cy="0"/>
        </a:xfrm>
      </p:grpSpPr>
      <p:sp>
        <p:nvSpPr>
          <p:cNvPr id="4" name="Tekstvak 3">
            <a:extLst>
              <a:ext uri="{FF2B5EF4-FFF2-40B4-BE49-F238E27FC236}">
                <a16:creationId xmlns:a16="http://schemas.microsoft.com/office/drawing/2014/main" id="{096BCA28-4925-BC6C-DF41-66E18FB4F7D7}"/>
              </a:ext>
            </a:extLst>
          </p:cNvPr>
          <p:cNvSpPr txBox="1"/>
          <p:nvPr/>
        </p:nvSpPr>
        <p:spPr>
          <a:xfrm>
            <a:off x="1808886" y="3430166"/>
            <a:ext cx="10380143" cy="2998257"/>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nl-NL" sz="3200" b="1" err="1">
                <a:solidFill>
                  <a:schemeClr val="tx1">
                    <a:lumMod val="75000"/>
                    <a:lumOff val="25000"/>
                  </a:schemeClr>
                </a:solidFill>
                <a:latin typeface="Arial"/>
                <a:cs typeface="Arial"/>
              </a:rPr>
              <a:t>Optional</a:t>
            </a:r>
            <a:r>
              <a:rPr lang="nl-NL" sz="3200" b="1" dirty="0">
                <a:solidFill>
                  <a:schemeClr val="tx1">
                    <a:lumMod val="75000"/>
                    <a:lumOff val="25000"/>
                  </a:schemeClr>
                </a:solidFill>
                <a:latin typeface="Arial"/>
                <a:cs typeface="Arial"/>
              </a:rPr>
              <a:t> </a:t>
            </a:r>
            <a:r>
              <a:rPr lang="nl-NL" sz="3200" err="1">
                <a:solidFill>
                  <a:schemeClr val="tx1">
                    <a:lumMod val="75000"/>
                    <a:lumOff val="25000"/>
                  </a:schemeClr>
                </a:solidFill>
                <a:latin typeface="Arial"/>
                <a:cs typeface="Arial"/>
              </a:rPr>
              <a:t>exercise</a:t>
            </a:r>
            <a:r>
              <a:rPr lang="nl-NL" sz="3200" dirty="0">
                <a:solidFill>
                  <a:schemeClr val="tx1">
                    <a:lumMod val="75000"/>
                    <a:lumOff val="25000"/>
                  </a:schemeClr>
                </a:solidFill>
                <a:latin typeface="Arial"/>
                <a:cs typeface="Arial"/>
              </a:rPr>
              <a:t>:</a:t>
            </a:r>
            <a:endParaRPr lang="nl-NL" dirty="0">
              <a:solidFill>
                <a:schemeClr val="tx1">
                  <a:lumMod val="75000"/>
                  <a:lumOff val="25000"/>
                </a:schemeClr>
              </a:solidFill>
              <a:latin typeface="Calibri" panose="020F0502020204030204"/>
              <a:ea typeface="Calibri" panose="020F0502020204030204"/>
              <a:cs typeface="Calibri" panose="020F0502020204030204"/>
            </a:endParaRPr>
          </a:p>
          <a:p>
            <a:pPr>
              <a:lnSpc>
                <a:spcPct val="150000"/>
              </a:lnSpc>
            </a:pPr>
            <a:r>
              <a:rPr lang="nl-NL" sz="3200" err="1">
                <a:solidFill>
                  <a:schemeClr val="tx1">
                    <a:lumMod val="75000"/>
                    <a:lumOff val="25000"/>
                  </a:schemeClr>
                </a:solidFill>
                <a:latin typeface="Arial"/>
                <a:cs typeface="Arial"/>
              </a:rPr>
              <a:t>Send</a:t>
            </a:r>
            <a:r>
              <a:rPr lang="nl-NL" sz="3200" dirty="0">
                <a:solidFill>
                  <a:schemeClr val="tx1">
                    <a:lumMod val="75000"/>
                    <a:lumOff val="25000"/>
                  </a:schemeClr>
                </a:solidFill>
                <a:latin typeface="Arial"/>
                <a:cs typeface="Arial"/>
              </a:rPr>
              <a:t> me </a:t>
            </a:r>
            <a:r>
              <a:rPr lang="nl-NL" sz="3200" err="1">
                <a:solidFill>
                  <a:schemeClr val="tx1">
                    <a:lumMod val="75000"/>
                    <a:lumOff val="25000"/>
                  </a:schemeClr>
                </a:solidFill>
                <a:latin typeface="Arial"/>
                <a:cs typeface="Arial"/>
              </a:rPr>
              <a:t>an</a:t>
            </a:r>
            <a:r>
              <a:rPr lang="nl-NL" sz="3200" dirty="0">
                <a:solidFill>
                  <a:schemeClr val="tx1">
                    <a:lumMod val="75000"/>
                    <a:lumOff val="25000"/>
                  </a:schemeClr>
                </a:solidFill>
                <a:latin typeface="Arial"/>
                <a:cs typeface="Arial"/>
              </a:rPr>
              <a:t> email </a:t>
            </a:r>
            <a:r>
              <a:rPr lang="nl-NL" sz="3200" err="1">
                <a:solidFill>
                  <a:schemeClr val="tx1">
                    <a:lumMod val="75000"/>
                    <a:lumOff val="25000"/>
                  </a:schemeClr>
                </a:solidFill>
                <a:latin typeface="Arial"/>
                <a:cs typeface="Arial"/>
              </a:rPr>
              <a:t>about</a:t>
            </a:r>
            <a:r>
              <a:rPr lang="nl-NL" sz="3200" dirty="0">
                <a:solidFill>
                  <a:schemeClr val="tx1">
                    <a:lumMod val="75000"/>
                    <a:lumOff val="25000"/>
                  </a:schemeClr>
                </a:solidFill>
                <a:latin typeface="Arial"/>
                <a:cs typeface="Arial"/>
              </a:rPr>
              <a:t> </a:t>
            </a:r>
            <a:r>
              <a:rPr lang="nl-NL" sz="3200" err="1">
                <a:solidFill>
                  <a:schemeClr val="tx1">
                    <a:lumMod val="75000"/>
                    <a:lumOff val="25000"/>
                  </a:schemeClr>
                </a:solidFill>
                <a:latin typeface="Arial"/>
                <a:cs typeface="Arial"/>
              </a:rPr>
              <a:t>your</a:t>
            </a:r>
            <a:r>
              <a:rPr lang="nl-NL" sz="3200" dirty="0">
                <a:solidFill>
                  <a:schemeClr val="tx1">
                    <a:lumMod val="75000"/>
                    <a:lumOff val="25000"/>
                  </a:schemeClr>
                </a:solidFill>
                <a:latin typeface="Arial"/>
                <a:cs typeface="Arial"/>
              </a:rPr>
              <a:t> </a:t>
            </a:r>
            <a:r>
              <a:rPr lang="nl-NL" sz="3200" err="1">
                <a:solidFill>
                  <a:schemeClr val="tx1">
                    <a:lumMod val="75000"/>
                    <a:lumOff val="25000"/>
                  </a:schemeClr>
                </a:solidFill>
                <a:latin typeface="Arial"/>
                <a:cs typeface="Arial"/>
              </a:rPr>
              <a:t>experiences</a:t>
            </a:r>
            <a:r>
              <a:rPr lang="nl-NL" sz="3200" dirty="0">
                <a:solidFill>
                  <a:schemeClr val="tx1">
                    <a:lumMod val="75000"/>
                    <a:lumOff val="25000"/>
                  </a:schemeClr>
                </a:solidFill>
                <a:latin typeface="Arial"/>
                <a:cs typeface="Arial"/>
              </a:rPr>
              <a:t> in </a:t>
            </a:r>
            <a:r>
              <a:rPr lang="nl-NL" sz="3200" err="1">
                <a:solidFill>
                  <a:schemeClr val="tx1">
                    <a:lumMod val="75000"/>
                    <a:lumOff val="25000"/>
                  </a:schemeClr>
                </a:solidFill>
                <a:latin typeface="Arial"/>
                <a:cs typeface="Arial"/>
              </a:rPr>
              <a:t>the</a:t>
            </a:r>
            <a:r>
              <a:rPr lang="nl-NL" sz="3200" dirty="0">
                <a:solidFill>
                  <a:schemeClr val="tx1">
                    <a:lumMod val="75000"/>
                    <a:lumOff val="25000"/>
                  </a:schemeClr>
                </a:solidFill>
                <a:latin typeface="Arial"/>
                <a:cs typeface="Arial"/>
              </a:rPr>
              <a:t> first semester </a:t>
            </a:r>
            <a:r>
              <a:rPr lang="nl-NL" sz="3200" err="1">
                <a:solidFill>
                  <a:schemeClr val="tx1">
                    <a:lumMod val="75000"/>
                    <a:lumOff val="25000"/>
                  </a:schemeClr>
                </a:solidFill>
                <a:latin typeface="Arial"/>
                <a:cs typeface="Arial"/>
              </a:rPr>
              <a:t>and</a:t>
            </a:r>
            <a:r>
              <a:rPr lang="nl-NL" sz="3200" dirty="0">
                <a:solidFill>
                  <a:schemeClr val="tx1">
                    <a:lumMod val="75000"/>
                    <a:lumOff val="25000"/>
                  </a:schemeClr>
                </a:solidFill>
                <a:latin typeface="Arial"/>
                <a:cs typeface="Arial"/>
              </a:rPr>
              <a:t> get feedback. </a:t>
            </a:r>
          </a:p>
          <a:p>
            <a:pPr>
              <a:lnSpc>
                <a:spcPct val="150000"/>
              </a:lnSpc>
            </a:pPr>
            <a:r>
              <a:rPr lang="nl-NL" sz="3200">
                <a:solidFill>
                  <a:schemeClr val="tx1">
                    <a:lumMod val="75000"/>
                    <a:lumOff val="25000"/>
                  </a:schemeClr>
                </a:solidFill>
                <a:latin typeface="Arial"/>
                <a:cs typeface="Arial"/>
              </a:rPr>
              <a:t>(deadline May 8 - 23h59)</a:t>
            </a:r>
            <a:endParaRPr lang="nl-NL">
              <a:solidFill>
                <a:schemeClr val="tx1">
                  <a:lumMod val="75000"/>
                  <a:lumOff val="25000"/>
                </a:schemeClr>
              </a:solidFill>
            </a:endParaRPr>
          </a:p>
        </p:txBody>
      </p:sp>
      <p:sp>
        <p:nvSpPr>
          <p:cNvPr id="11" name="Tijdelijke aanduiding voor dianummer 3">
            <a:extLst>
              <a:ext uri="{FF2B5EF4-FFF2-40B4-BE49-F238E27FC236}">
                <a16:creationId xmlns:a16="http://schemas.microsoft.com/office/drawing/2014/main" id="{8B565916-3B36-AC82-162A-1849CCC5572F}"/>
              </a:ext>
            </a:extLst>
          </p:cNvPr>
          <p:cNvSpPr txBox="1">
            <a:spLocks/>
          </p:cNvSpPr>
          <p:nvPr/>
        </p:nvSpPr>
        <p:spPr>
          <a:xfrm>
            <a:off x="10420597" y="6508753"/>
            <a:ext cx="1085603" cy="365125"/>
          </a:xfrm>
          <a:prstGeom prst="rect">
            <a:avLst/>
          </a:prstGeom>
        </p:spPr>
        <p:txBody>
          <a:bodyPr vert="horz" lIns="91440" tIns="45720" rIns="91440" bIns="45720" rtlCol="0" anchor="ctr"/>
          <a:lstStyle>
            <a:defPPr>
              <a:defRPr lang="en-GB"/>
            </a:defPPr>
            <a:lvl1pPr algn="r"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sz="1200" kern="1200">
                <a:solidFill>
                  <a:schemeClr val="tx1">
                    <a:tint val="75000"/>
                  </a:schemeClr>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lnSpc>
                <a:spcPct val="93000"/>
              </a:lnSpc>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a:lstStyle>
          <a:p>
            <a:fld id="{3FA43384-8F9A-43D0-A5DF-8D5264DC41A9}" type="slidenum">
              <a:rPr lang="nl-BE" altLang="nl-BE" smtClean="0"/>
              <a:pPr/>
              <a:t>38</a:t>
            </a:fld>
            <a:endParaRPr lang="nl-BE" altLang="nl-BE" dirty="0"/>
          </a:p>
        </p:txBody>
      </p:sp>
      <p:sp>
        <p:nvSpPr>
          <p:cNvPr id="15" name="Rectangle 1">
            <a:extLst>
              <a:ext uri="{FF2B5EF4-FFF2-40B4-BE49-F238E27FC236}">
                <a16:creationId xmlns:a16="http://schemas.microsoft.com/office/drawing/2014/main" id="{934228E9-046B-4B94-ADBA-3046521A10D4}"/>
              </a:ext>
            </a:extLst>
          </p:cNvPr>
          <p:cNvSpPr txBox="1">
            <a:spLocks noChangeArrowheads="1"/>
          </p:cNvSpPr>
          <p:nvPr/>
        </p:nvSpPr>
        <p:spPr>
          <a:xfrm>
            <a:off x="1847850" y="0"/>
            <a:ext cx="8712200" cy="1143000"/>
          </a:xfrm>
          <a:prstGeom prst="rect">
            <a:avLst/>
          </a:prstGeom>
          <a:ln/>
        </p:spPr>
        <p:txBody>
          <a:bodyPr vert="horz" lIns="91440" tIns="45720" rIns="91440" bIns="45720" rtlCol="0" anchor="t" anchorCtr="0">
            <a:noAutofit/>
          </a:bodyPr>
          <a:lstStyle>
            <a:lvl1pPr algn="l" defTabSz="685783" rtl="0" eaLnBrk="1" latinLnBrk="0" hangingPunct="1">
              <a:lnSpc>
                <a:spcPct val="90000"/>
              </a:lnSpc>
              <a:spcBef>
                <a:spcPct val="0"/>
              </a:spcBef>
              <a:buNone/>
              <a:defRPr sz="2800" kern="1200">
                <a:solidFill>
                  <a:srgbClr val="AD0F0A"/>
                </a:solidFill>
                <a:latin typeface="Century Gothic" panose="020B0502020202020204" pitchFamily="34" charset="0"/>
                <a:ea typeface="+mj-ea"/>
                <a:cs typeface="+mj-cs"/>
              </a:defRPr>
            </a:lvl1pPr>
          </a:lstStyle>
          <a:p>
            <a:pPr>
              <a:lnSpc>
                <a:spcPct val="100000"/>
              </a:lnSpc>
              <a:spcAft>
                <a:spcPts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nl-BE" altLang="nl-BE" dirty="0" err="1">
                <a:latin typeface="Century Gothic"/>
              </a:rPr>
              <a:t>Emails</a:t>
            </a:r>
            <a:endParaRPr lang="nl-NL" dirty="0" err="1"/>
          </a:p>
        </p:txBody>
      </p:sp>
      <p:pic>
        <p:nvPicPr>
          <p:cNvPr id="2" name="Afbeelding 1" descr="Afbeelding met tekenfilm, tekst, speelgoed&#10;&#10;Door AI gegenereerde inhoud is mogelijk onjuist.">
            <a:extLst>
              <a:ext uri="{FF2B5EF4-FFF2-40B4-BE49-F238E27FC236}">
                <a16:creationId xmlns:a16="http://schemas.microsoft.com/office/drawing/2014/main" id="{34EED8B8-BC89-A1A3-B4C5-BE2AA6B28672}"/>
              </a:ext>
            </a:extLst>
          </p:cNvPr>
          <p:cNvPicPr>
            <a:picLocks noChangeAspect="1"/>
          </p:cNvPicPr>
          <p:nvPr/>
        </p:nvPicPr>
        <p:blipFill>
          <a:blip r:embed="rId2"/>
          <a:stretch>
            <a:fillRect/>
          </a:stretch>
        </p:blipFill>
        <p:spPr>
          <a:xfrm>
            <a:off x="4083878" y="396173"/>
            <a:ext cx="3171823" cy="3023174"/>
          </a:xfrm>
          <a:prstGeom prst="rect">
            <a:avLst/>
          </a:prstGeom>
          <a:ln>
            <a:noFill/>
          </a:ln>
        </p:spPr>
      </p:pic>
      <p:sp>
        <p:nvSpPr>
          <p:cNvPr id="5" name="Tekstvak 4">
            <a:extLst>
              <a:ext uri="{FF2B5EF4-FFF2-40B4-BE49-F238E27FC236}">
                <a16:creationId xmlns:a16="http://schemas.microsoft.com/office/drawing/2014/main" id="{898DE69C-D4E4-7BE0-0417-0EA263CF13BB}"/>
              </a:ext>
            </a:extLst>
          </p:cNvPr>
          <p:cNvSpPr txBox="1"/>
          <p:nvPr/>
        </p:nvSpPr>
        <p:spPr>
          <a:xfrm>
            <a:off x="7827617" y="1146313"/>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chemeClr val="tx1"/>
                </a:solidFill>
                <a:latin typeface="Arial"/>
                <a:ea typeface="Microsoft YaHei"/>
                <a:cs typeface="Arial"/>
              </a:rPr>
              <a:t>Send email!</a:t>
            </a:r>
            <a:endParaRPr lang="nl-NL" sz="2800" dirty="0">
              <a:solidFill>
                <a:schemeClr val="tx1"/>
              </a:solidFill>
            </a:endParaRPr>
          </a:p>
          <a:p>
            <a:r>
              <a:rPr lang="en-US" sz="800" dirty="0">
                <a:solidFill>
                  <a:schemeClr val="tx1"/>
                </a:solidFill>
                <a:latin typeface="Arial"/>
                <a:ea typeface="Microsoft YaHei"/>
                <a:cs typeface="Arial"/>
              </a:rPr>
              <a:t>Source: </a:t>
            </a:r>
            <a:r>
              <a:rPr lang="en-US" sz="800" dirty="0">
                <a:solidFill>
                  <a:schemeClr val="tx1"/>
                </a:solidFill>
                <a:latin typeface="Arial"/>
                <a:ea typeface="Microsoft YaHei"/>
                <a:cs typeface="Arial"/>
                <a:hlinkClick r:id="rId3">
                  <a:extLst>
                    <a:ext uri="{A12FA001-AC4F-418D-AE19-62706E023703}">
                      <ahyp:hlinkClr xmlns:ahyp="http://schemas.microsoft.com/office/drawing/2018/hyperlinkcolor" val="tx"/>
                    </a:ext>
                  </a:extLst>
                </a:hlinkClick>
              </a:rPr>
              <a:t>https://iam-chrisjim.github.io</a:t>
            </a:r>
            <a:r>
              <a:rPr lang="en-US" sz="800" dirty="0">
                <a:solidFill>
                  <a:schemeClr val="tx1"/>
                </a:solidFill>
                <a:latin typeface="Arial"/>
                <a:ea typeface="Microsoft YaHei"/>
                <a:cs typeface="Arial"/>
              </a:rPr>
              <a:t> (2025)</a:t>
            </a:r>
            <a:endParaRPr lang="en-US" sz="800" dirty="0">
              <a:solidFill>
                <a:schemeClr val="tx1"/>
              </a:solidFill>
              <a:cs typeface="Arial" panose="020B0604020202020204" pitchFamily="34" charset="0"/>
            </a:endParaRPr>
          </a:p>
        </p:txBody>
      </p:sp>
    </p:spTree>
    <p:extLst>
      <p:ext uri="{BB962C8B-B14F-4D97-AF65-F5344CB8AC3E}">
        <p14:creationId xmlns:p14="http://schemas.microsoft.com/office/powerpoint/2010/main" val="2275092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ED09DF-89D1-6720-BE7E-6D54A291CD2D}"/>
              </a:ext>
            </a:extLst>
          </p:cNvPr>
          <p:cNvSpPr>
            <a:spLocks noGrp="1"/>
          </p:cNvSpPr>
          <p:nvPr>
            <p:ph type="title"/>
          </p:nvPr>
        </p:nvSpPr>
        <p:spPr>
          <a:xfrm>
            <a:off x="1213678" y="168381"/>
            <a:ext cx="10515600" cy="600735"/>
          </a:xfrm>
        </p:spPr>
        <p:txBody>
          <a:bodyPr/>
          <a:lstStyle/>
          <a:p>
            <a:r>
              <a:rPr lang="nl-NL" dirty="0" err="1">
                <a:latin typeface="Century Gothic"/>
              </a:rPr>
              <a:t>What</a:t>
            </a:r>
            <a:r>
              <a:rPr lang="nl-NL" dirty="0">
                <a:latin typeface="Century Gothic"/>
              </a:rPr>
              <a:t> do </a:t>
            </a:r>
            <a:r>
              <a:rPr lang="nl-NL" dirty="0" err="1">
                <a:latin typeface="Century Gothic"/>
              </a:rPr>
              <a:t>you</a:t>
            </a:r>
            <a:r>
              <a:rPr lang="nl-NL" dirty="0">
                <a:latin typeface="Century Gothic"/>
              </a:rPr>
              <a:t> </a:t>
            </a:r>
            <a:r>
              <a:rPr lang="nl-NL" dirty="0" err="1">
                <a:latin typeface="Century Gothic"/>
              </a:rPr>
              <a:t>need</a:t>
            </a:r>
            <a:r>
              <a:rPr lang="nl-NL" dirty="0">
                <a:latin typeface="Century Gothic"/>
              </a:rPr>
              <a:t> </a:t>
            </a:r>
            <a:r>
              <a:rPr lang="nl-NL" dirty="0" err="1">
                <a:latin typeface="Century Gothic"/>
              </a:rPr>
              <a:t>to</a:t>
            </a:r>
            <a:r>
              <a:rPr lang="nl-NL" dirty="0">
                <a:latin typeface="Century Gothic"/>
              </a:rPr>
              <a:t> </a:t>
            </a:r>
            <a:r>
              <a:rPr lang="nl-NL" dirty="0" err="1">
                <a:latin typeface="Century Gothic"/>
              </a:rPr>
              <a:t>remember</a:t>
            </a:r>
            <a:r>
              <a:rPr lang="nl-NL" dirty="0">
                <a:latin typeface="Century Gothic"/>
              </a:rPr>
              <a:t>?</a:t>
            </a:r>
            <a:endParaRPr lang="nl-NL" dirty="0"/>
          </a:p>
        </p:txBody>
      </p:sp>
      <p:pic>
        <p:nvPicPr>
          <p:cNvPr id="5" name="Tijdelijke aanduiding voor inhoud 4" descr="remember remember - Dory from Nemo (5 second memory) | Make a Meme">
            <a:extLst>
              <a:ext uri="{FF2B5EF4-FFF2-40B4-BE49-F238E27FC236}">
                <a16:creationId xmlns:a16="http://schemas.microsoft.com/office/drawing/2014/main" id="{D637C055-3BD9-85B1-6025-11A7532F3AD7}"/>
              </a:ext>
            </a:extLst>
          </p:cNvPr>
          <p:cNvPicPr>
            <a:picLocks noGrp="1" noChangeAspect="1"/>
          </p:cNvPicPr>
          <p:nvPr>
            <p:ph idx="1"/>
          </p:nvPr>
        </p:nvPicPr>
        <p:blipFill>
          <a:blip r:embed="rId2"/>
          <a:stretch>
            <a:fillRect/>
          </a:stretch>
        </p:blipFill>
        <p:spPr>
          <a:xfrm>
            <a:off x="7164946" y="900732"/>
            <a:ext cx="4675933" cy="362246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ijdelijke aanduiding voor dianummer 3">
            <a:extLst>
              <a:ext uri="{FF2B5EF4-FFF2-40B4-BE49-F238E27FC236}">
                <a16:creationId xmlns:a16="http://schemas.microsoft.com/office/drawing/2014/main" id="{2EC56735-1691-ED2C-BF1F-1B40A8355542}"/>
              </a:ext>
            </a:extLst>
          </p:cNvPr>
          <p:cNvSpPr>
            <a:spLocks noGrp="1"/>
          </p:cNvSpPr>
          <p:nvPr>
            <p:ph type="sldNum" sz="quarter" idx="12"/>
          </p:nvPr>
        </p:nvSpPr>
        <p:spPr/>
        <p:txBody>
          <a:bodyPr/>
          <a:lstStyle/>
          <a:p>
            <a:fld id="{D48350C5-23B6-415D-A3D2-26F4B4F422AC}" type="slidenum">
              <a:rPr lang="nl-BE" altLang="nl-BE" smtClean="0"/>
              <a:pPr/>
              <a:t>39</a:t>
            </a:fld>
            <a:endParaRPr lang="nl-BE" altLang="nl-BE"/>
          </a:p>
        </p:txBody>
      </p:sp>
      <p:sp>
        <p:nvSpPr>
          <p:cNvPr id="6" name="Tekstvak 5">
            <a:extLst>
              <a:ext uri="{FF2B5EF4-FFF2-40B4-BE49-F238E27FC236}">
                <a16:creationId xmlns:a16="http://schemas.microsoft.com/office/drawing/2014/main" id="{185ACE06-5817-F12C-AF73-368B61FF5258}"/>
              </a:ext>
            </a:extLst>
          </p:cNvPr>
          <p:cNvSpPr txBox="1"/>
          <p:nvPr/>
        </p:nvSpPr>
        <p:spPr>
          <a:xfrm>
            <a:off x="7164075" y="4720667"/>
            <a:ext cx="5614504"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bg2">
                    <a:lumMod val="10000"/>
                  </a:schemeClr>
                </a:solidFill>
                <a:latin typeface="Arial"/>
                <a:ea typeface="Microsoft YaHei"/>
                <a:cs typeface="Arial"/>
              </a:rPr>
              <a:t>Remember .</a:t>
            </a:r>
            <a:endParaRPr lang="nl-NL" sz="2000">
              <a:solidFill>
                <a:schemeClr val="bg2">
                  <a:lumMod val="10000"/>
                </a:schemeClr>
              </a:solidFill>
              <a:cs typeface="Arial" panose="020B0604020202020204" pitchFamily="34" charset="0"/>
            </a:endParaRPr>
          </a:p>
          <a:p>
            <a:r>
              <a:rPr lang="en-US" sz="900" dirty="0">
                <a:solidFill>
                  <a:schemeClr val="bg2">
                    <a:lumMod val="10000"/>
                  </a:schemeClr>
                </a:solidFill>
                <a:latin typeface="Arial"/>
                <a:ea typeface="Microsoft YaHei"/>
                <a:cs typeface="Arial"/>
              </a:rPr>
              <a:t>Source: </a:t>
            </a:r>
            <a:r>
              <a:rPr lang="en-US" sz="900" dirty="0">
                <a:solidFill>
                  <a:schemeClr val="bg2">
                    <a:lumMod val="10000"/>
                  </a:schemeClr>
                </a:solidFill>
                <a:latin typeface="Arial"/>
                <a:ea typeface="Microsoft YaHei"/>
                <a:cs typeface="Arial"/>
                <a:hlinkClick r:id="rId3">
                  <a:extLst>
                    <a:ext uri="{A12FA001-AC4F-418D-AE19-62706E023703}">
                      <ahyp:hlinkClr xmlns:ahyp="http://schemas.microsoft.com/office/drawing/2018/hyperlinkcolor" val="tx"/>
                    </a:ext>
                  </a:extLst>
                </a:hlinkClick>
              </a:rPr>
              <a:t>https://makeameme.org/meme/remember-remember-ed08870dab</a:t>
            </a:r>
            <a:r>
              <a:rPr lang="en-US" sz="900" dirty="0">
                <a:solidFill>
                  <a:schemeClr val="bg2">
                    <a:lumMod val="10000"/>
                  </a:schemeClr>
                </a:solidFill>
                <a:latin typeface="Arial"/>
                <a:ea typeface="Microsoft YaHei"/>
                <a:cs typeface="Arial"/>
              </a:rPr>
              <a:t> (2025)</a:t>
            </a:r>
            <a:endParaRPr lang="nl-NL" dirty="0">
              <a:solidFill>
                <a:schemeClr val="bg2">
                  <a:lumMod val="10000"/>
                </a:schemeClr>
              </a:solidFill>
              <a:cs typeface="Arial"/>
            </a:endParaRPr>
          </a:p>
        </p:txBody>
      </p:sp>
      <p:sp>
        <p:nvSpPr>
          <p:cNvPr id="3" name="Tekstvak 2">
            <a:extLst>
              <a:ext uri="{FF2B5EF4-FFF2-40B4-BE49-F238E27FC236}">
                <a16:creationId xmlns:a16="http://schemas.microsoft.com/office/drawing/2014/main" id="{A83BE0C5-3D71-B822-3552-701C2C1673CB}"/>
              </a:ext>
            </a:extLst>
          </p:cNvPr>
          <p:cNvSpPr txBox="1"/>
          <p:nvPr/>
        </p:nvSpPr>
        <p:spPr>
          <a:xfrm>
            <a:off x="362227" y="1300921"/>
            <a:ext cx="7237894"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dirty="0">
                <a:solidFill>
                  <a:schemeClr val="tx1"/>
                </a:solidFill>
                <a:latin typeface="Arial"/>
                <a:ea typeface="Microsoft YaHei"/>
                <a:cs typeface="Arial"/>
              </a:rPr>
              <a:t>Writing texts and emails.</a:t>
            </a:r>
            <a:endParaRPr lang="nl-NL" sz="2800" dirty="0">
              <a:solidFill>
                <a:schemeClr val="tx1"/>
              </a:solidFill>
              <a:cs typeface="Arial" panose="020B0604020202020204" pitchFamily="34" charset="0"/>
            </a:endParaRPr>
          </a:p>
          <a:p>
            <a:pPr marL="285750" indent="-285750">
              <a:buFont typeface="Arial"/>
              <a:buChar char="•"/>
            </a:pPr>
            <a:endParaRPr lang="en-US" sz="2800" dirty="0">
              <a:solidFill>
                <a:schemeClr val="tx1"/>
              </a:solidFill>
              <a:latin typeface="Arial"/>
              <a:ea typeface="Microsoft YaHei"/>
              <a:cs typeface="Arial"/>
            </a:endParaRPr>
          </a:p>
          <a:p>
            <a:pPr marL="285750" indent="-285750">
              <a:buFont typeface="Arial"/>
              <a:buChar char="•"/>
            </a:pPr>
            <a:r>
              <a:rPr lang="en-US" sz="2800" dirty="0">
                <a:solidFill>
                  <a:schemeClr val="tx1"/>
                </a:solidFill>
                <a:latin typeface="Arial"/>
                <a:ea typeface="Microsoft YaHei"/>
                <a:cs typeface="Arial"/>
              </a:rPr>
              <a:t>On written exam no </a:t>
            </a:r>
            <a:r>
              <a:rPr lang="en-US" sz="2800" dirty="0" err="1">
                <a:solidFill>
                  <a:schemeClr val="tx1"/>
                </a:solidFill>
                <a:latin typeface="Arial"/>
                <a:ea typeface="Microsoft YaHei"/>
                <a:cs typeface="Arial"/>
              </a:rPr>
              <a:t>grammarly</a:t>
            </a:r>
            <a:r>
              <a:rPr lang="en-US" sz="2800" dirty="0">
                <a:solidFill>
                  <a:schemeClr val="tx1"/>
                </a:solidFill>
                <a:latin typeface="Arial"/>
                <a:ea typeface="Microsoft YaHei"/>
                <a:cs typeface="Arial"/>
              </a:rPr>
              <a:t> / spellcheck.</a:t>
            </a:r>
            <a:endParaRPr lang="nl-NL" sz="2800" dirty="0">
              <a:solidFill>
                <a:schemeClr val="tx1"/>
              </a:solidFill>
              <a:cs typeface="Arial"/>
            </a:endParaRPr>
          </a:p>
          <a:p>
            <a:pPr marL="285750" indent="-285750">
              <a:buFont typeface="Arial"/>
              <a:buChar char="•"/>
            </a:pPr>
            <a:endParaRPr lang="en-US" sz="2800" dirty="0">
              <a:solidFill>
                <a:schemeClr val="tx1"/>
              </a:solidFill>
              <a:latin typeface="Arial"/>
              <a:ea typeface="Microsoft YaHei"/>
              <a:cs typeface="Arial"/>
            </a:endParaRPr>
          </a:p>
          <a:p>
            <a:pPr marL="285750" indent="-285750">
              <a:buFont typeface="Arial"/>
              <a:buChar char="•"/>
            </a:pPr>
            <a:r>
              <a:rPr lang="en-US" sz="2800" dirty="0">
                <a:solidFill>
                  <a:schemeClr val="tx1"/>
                </a:solidFill>
                <a:latin typeface="Arial"/>
                <a:ea typeface="Microsoft YaHei"/>
                <a:cs typeface="Arial"/>
              </a:rPr>
              <a:t>Alinea if it is one of your facilities.</a:t>
            </a:r>
            <a:endParaRPr lang="nl-NL" sz="2800" dirty="0">
              <a:solidFill>
                <a:schemeClr val="tx1"/>
              </a:solidFill>
              <a:cs typeface="Arial"/>
            </a:endParaRPr>
          </a:p>
          <a:p>
            <a:pPr marL="285750" indent="-285750">
              <a:buFont typeface="Arial"/>
              <a:buChar char="•"/>
            </a:pPr>
            <a:endParaRPr lang="en-US" sz="2800" dirty="0">
              <a:solidFill>
                <a:schemeClr val="tx1"/>
              </a:solidFill>
              <a:latin typeface="Arial"/>
              <a:ea typeface="Microsoft YaHei"/>
              <a:cs typeface="Arial"/>
            </a:endParaRPr>
          </a:p>
          <a:p>
            <a:pPr marL="285750" indent="-285750">
              <a:buFont typeface="Arial"/>
              <a:buChar char="•"/>
            </a:pPr>
            <a:r>
              <a:rPr lang="en-US" sz="2800" dirty="0">
                <a:solidFill>
                  <a:schemeClr val="tx1"/>
                </a:solidFill>
                <a:latin typeface="Arial"/>
                <a:ea typeface="Microsoft YaHei"/>
                <a:cs typeface="Arial"/>
              </a:rPr>
              <a:t>Points on content </a:t>
            </a:r>
            <a:r>
              <a:rPr lang="en-US" sz="2800" b="1" dirty="0">
                <a:solidFill>
                  <a:schemeClr val="tx1"/>
                </a:solidFill>
                <a:latin typeface="Arial"/>
                <a:ea typeface="Microsoft YaHei"/>
                <a:cs typeface="Arial"/>
              </a:rPr>
              <a:t>and </a:t>
            </a:r>
            <a:r>
              <a:rPr lang="en-US" sz="2800" dirty="0">
                <a:solidFill>
                  <a:schemeClr val="tx1"/>
                </a:solidFill>
                <a:latin typeface="Arial"/>
                <a:ea typeface="Microsoft YaHei"/>
                <a:cs typeface="Arial"/>
              </a:rPr>
              <a:t>grammar/spelling/punctuation....</a:t>
            </a:r>
          </a:p>
        </p:txBody>
      </p:sp>
    </p:spTree>
    <p:extLst>
      <p:ext uri="{BB962C8B-B14F-4D97-AF65-F5344CB8AC3E}">
        <p14:creationId xmlns:p14="http://schemas.microsoft.com/office/powerpoint/2010/main" val="13289050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317E0D-307C-A741-B779-C16B00DA7191}"/>
              </a:ext>
            </a:extLst>
          </p:cNvPr>
          <p:cNvSpPr txBox="1"/>
          <p:nvPr/>
        </p:nvSpPr>
        <p:spPr>
          <a:xfrm>
            <a:off x="3287688" y="2644170"/>
            <a:ext cx="6567051" cy="1569660"/>
          </a:xfrm>
          <a:prstGeom prst="rect">
            <a:avLst/>
          </a:prstGeom>
          <a:noFill/>
        </p:spPr>
        <p:txBody>
          <a:bodyPr wrap="square" rtlCol="0">
            <a:spAutoFit/>
          </a:bodyPr>
          <a:lstStyle/>
          <a:p>
            <a:pPr algn="l"/>
            <a:r>
              <a:rPr lang="en-BE" sz="9600" dirty="0">
                <a:latin typeface="Century Gothic" panose="020B0502020202020204" pitchFamily="34" charset="0"/>
                <a:ea typeface="Ayuthaya" pitchFamily="2" charset="-34"/>
                <a:cs typeface="Ayuthaya" pitchFamily="2" charset="-34"/>
              </a:rPr>
              <a:t>Questions</a:t>
            </a:r>
            <a:r>
              <a:rPr lang="en-BE" sz="9600" dirty="0">
                <a:latin typeface="Algerian" pitchFamily="82" charset="77"/>
                <a:ea typeface="Ayuthaya" pitchFamily="2" charset="-34"/>
                <a:cs typeface="Ayuthaya" pitchFamily="2" charset="-34"/>
              </a:rPr>
              <a:t>?</a:t>
            </a:r>
          </a:p>
        </p:txBody>
      </p:sp>
    </p:spTree>
    <p:extLst>
      <p:ext uri="{BB962C8B-B14F-4D97-AF65-F5344CB8AC3E}">
        <p14:creationId xmlns:p14="http://schemas.microsoft.com/office/powerpoint/2010/main" val="1094368164"/>
      </p:ext>
    </p:extLst>
  </p:cSld>
  <p:clrMapOvr>
    <a:masterClrMapping/>
  </p:clrMapOvr>
</p:sld>
</file>

<file path=ppt/theme/theme1.xml><?xml version="1.0" encoding="utf-8"?>
<a:theme xmlns:a="http://schemas.openxmlformats.org/drawingml/2006/main" name="1_Kantoorthema">
  <a:themeElements>
    <a:clrScheme name="Themakleuren AP">
      <a:dk1>
        <a:srgbClr val="404040"/>
      </a:dk1>
      <a:lt1>
        <a:srgbClr val="FFFFFF"/>
      </a:lt1>
      <a:dk2>
        <a:srgbClr val="404040"/>
      </a:dk2>
      <a:lt2>
        <a:srgbClr val="E7E6E6"/>
      </a:lt2>
      <a:accent1>
        <a:srgbClr val="AD0F0A"/>
      </a:accent1>
      <a:accent2>
        <a:srgbClr val="F59A00"/>
      </a:accent2>
      <a:accent3>
        <a:srgbClr val="AD1073"/>
      </a:accent3>
      <a:accent4>
        <a:srgbClr val="009EAD"/>
      </a:accent4>
      <a:accent5>
        <a:srgbClr val="1D9659"/>
      </a:accent5>
      <a:accent6>
        <a:srgbClr val="70AD47"/>
      </a:accent6>
      <a:hlink>
        <a:srgbClr val="AD0F0A"/>
      </a:hlink>
      <a:folHlink>
        <a:srgbClr val="404040"/>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AD0F0A"/>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lumMod val="75000"/>
              <a:lumOff val="2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dirty="0">
            <a:solidFill>
              <a:schemeClr val="tx1">
                <a:lumMod val="75000"/>
                <a:lumOff val="25000"/>
              </a:schemeClr>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pt_sjabloon_AP_19-9_NL.pptx" id="{3BD77326-128E-424F-ABB3-A7B63DAE3F53}" vid="{476C2211-F20B-4BF4-8DBF-66E6F50A05DE}"/>
    </a:ext>
  </a:extLst>
</a:theme>
</file>

<file path=ppt/theme/theme2.xml><?xml version="1.0" encoding="utf-8"?>
<a:theme xmlns:a="http://schemas.openxmlformats.org/drawingml/2006/main" name="Kantoorthema">
  <a:themeElements>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Kantoorthema">
      <a:majorFont>
        <a:latin typeface="Arial"/>
        <a:ea typeface="Microsoft YaHei"/>
        <a:cs typeface=""/>
      </a:majorFont>
      <a:minorFont>
        <a:latin typeface="Arial"/>
        <a:ea typeface="Microsoft YaHei"/>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antoorthem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antoorthem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antoorthem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antoorthem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antoorthem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antoorthem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Kantoorthema">
  <a:themeElements>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Kantoorthema">
      <a:majorFont>
        <a:latin typeface="Arial"/>
        <a:ea typeface="Microsoft YaHei"/>
        <a:cs typeface=""/>
      </a:majorFont>
      <a:minorFont>
        <a:latin typeface="Arial"/>
        <a:ea typeface="Microsoft YaHei"/>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antoorthem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antoorthem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antoorthem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antoorthem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antoorthem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antoorthem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Kantoorthema">
  <a:themeElements>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Kantoorthema">
      <a:majorFont>
        <a:latin typeface="Arial"/>
        <a:ea typeface="Microsoft YaHei"/>
        <a:cs typeface=""/>
      </a:majorFont>
      <a:minorFont>
        <a:latin typeface="Arial"/>
        <a:ea typeface="Microsoft YaHei"/>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antoorthem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antoorthem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antoorthem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antoorthem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antoorthem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antoorthem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Kantoorthema">
  <a:themeElements>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Kantoorthema">
      <a:majorFont>
        <a:latin typeface="Arial"/>
        <a:ea typeface="Microsoft YaHei"/>
        <a:cs typeface=""/>
      </a:majorFont>
      <a:minorFont>
        <a:latin typeface="Arial"/>
        <a:ea typeface="Microsoft YaHei"/>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antoorthem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antoorthem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antoorthem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antoorthem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antoorthem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antoorthem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Kantoorthema">
  <a:themeElements>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Kantoorthema">
      <a:majorFont>
        <a:latin typeface="Arial"/>
        <a:ea typeface="Microsoft YaHei"/>
        <a:cs typeface=""/>
      </a:majorFont>
      <a:minorFont>
        <a:latin typeface="Arial"/>
        <a:ea typeface="Microsoft YaHei"/>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antoorthem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antoorthem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antoorthem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antoorthem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antoorthem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antoorthem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Kantoorthema">
  <a:themeElements>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Kantoorthema">
      <a:majorFont>
        <a:latin typeface="Arial"/>
        <a:ea typeface="Microsoft YaHei"/>
        <a:cs typeface=""/>
      </a:majorFont>
      <a:minorFont>
        <a:latin typeface="Arial"/>
        <a:ea typeface="Microsoft YaHei"/>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antoorthem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antoorthem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antoorthem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antoorthem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antoorthem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antoorthem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Kantoorthema">
  <a:themeElements>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Kantoorthema">
      <a:majorFont>
        <a:latin typeface="Arial"/>
        <a:ea typeface="Microsoft YaHei"/>
        <a:cs typeface=""/>
      </a:majorFont>
      <a:minorFont>
        <a:latin typeface="Arial"/>
        <a:ea typeface="Microsoft YaHei"/>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nl-BE" sz="18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Kantoorthem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antoorthem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antoorthem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antoorthem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antoorthem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antoorthem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antoorthem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Kantoorthem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 - overview</Template>
  <TotalTime>904</TotalTime>
  <Words>2156</Words>
  <Application>Microsoft Office PowerPoint</Application>
  <PresentationFormat>Widescreen</PresentationFormat>
  <Paragraphs>418</Paragraphs>
  <Slides>40</Slides>
  <Notes>20</Notes>
  <HiddenSlides>0</HiddenSlides>
  <MMClips>0</MMClips>
  <ScaleCrop>false</ScaleCrop>
  <HeadingPairs>
    <vt:vector size="4" baseType="variant">
      <vt:variant>
        <vt:lpstr>Theme</vt:lpstr>
      </vt:variant>
      <vt:variant>
        <vt:i4>8</vt:i4>
      </vt:variant>
      <vt:variant>
        <vt:lpstr>Slide Titles</vt:lpstr>
      </vt:variant>
      <vt:variant>
        <vt:i4>40</vt:i4>
      </vt:variant>
    </vt:vector>
  </HeadingPairs>
  <TitlesOfParts>
    <vt:vector size="48" baseType="lpstr">
      <vt:lpstr>1_Kantoorthema</vt:lpstr>
      <vt:lpstr>Kantoorthema</vt:lpstr>
      <vt:lpstr>2_Kantoorthema</vt:lpstr>
      <vt:lpstr>3_Kantoorthema</vt:lpstr>
      <vt:lpstr>4_Kantoorthema</vt:lpstr>
      <vt:lpstr>5_Kantoorthema</vt:lpstr>
      <vt:lpstr>6_Kantoorthema</vt:lpstr>
      <vt:lpstr>7_Kantoorthema</vt:lpstr>
      <vt:lpstr>Communication</vt:lpstr>
      <vt:lpstr>Agenda</vt:lpstr>
      <vt:lpstr>Learning objectives</vt:lpstr>
      <vt:lpstr>When</vt:lpstr>
      <vt:lpstr>Punctuation</vt:lpstr>
      <vt:lpstr>Punctuation - Comma</vt:lpstr>
      <vt:lpstr>Punctuation - Comma</vt:lpstr>
      <vt:lpstr>Exercise </vt:lpstr>
      <vt:lpstr>Punctuation - Lists</vt:lpstr>
      <vt:lpstr>Capitals</vt:lpstr>
      <vt:lpstr>Capitals</vt:lpstr>
      <vt:lpstr>PowerPoint Presentation</vt:lpstr>
      <vt:lpstr>Consistency</vt:lpstr>
      <vt:lpstr>Lay-out </vt:lpstr>
      <vt:lpstr>PowerPoint Presentation</vt:lpstr>
      <vt:lpstr>PowerPoint Presentation</vt:lpstr>
      <vt:lpstr>PowerPoint Presentation</vt:lpstr>
      <vt:lpstr>PowerPoint Presentation</vt:lpstr>
      <vt:lpstr>PowerPoint Presentation</vt:lpstr>
      <vt:lpstr>How many mistakes can you find?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Emails</vt:lpstr>
      <vt:lpstr>Emails</vt:lpstr>
      <vt:lpstr>Emails</vt:lpstr>
      <vt:lpstr>Emails</vt:lpstr>
      <vt:lpstr>PowerPoint Presentation</vt:lpstr>
      <vt:lpstr>PowerPoint Presentation</vt:lpstr>
      <vt:lpstr>PowerPoint Presentation</vt:lpstr>
      <vt:lpstr>PowerPoint Presentation</vt:lpstr>
      <vt:lpstr>PowerPoint Presentation</vt:lpstr>
      <vt:lpstr>What do you need to remember?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Business and ICT Communication</dc:title>
  <dc:creator>UITLEEN</dc:creator>
  <cp:lastModifiedBy>Binnemans Charlotte</cp:lastModifiedBy>
  <cp:revision>569</cp:revision>
  <cp:lastPrinted>1601-01-01T00:00:00Z</cp:lastPrinted>
  <dcterms:created xsi:type="dcterms:W3CDTF">1601-01-01T00:00:00Z</dcterms:created>
  <dcterms:modified xsi:type="dcterms:W3CDTF">2026-04-30T12:09:39Z</dcterms:modified>
</cp:coreProperties>
</file>